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04" r:id="rId1"/>
  </p:sldMasterIdLst>
  <p:notesMasterIdLst>
    <p:notesMasterId r:id="rId11"/>
  </p:notesMasterIdLst>
  <p:sldIdLst>
    <p:sldId id="265" r:id="rId2"/>
    <p:sldId id="258" r:id="rId3"/>
    <p:sldId id="271" r:id="rId4"/>
    <p:sldId id="270" r:id="rId5"/>
    <p:sldId id="257" r:id="rId6"/>
    <p:sldId id="268" r:id="rId7"/>
    <p:sldId id="260" r:id="rId8"/>
    <p:sldId id="263" r:id="rId9"/>
    <p:sldId id="264"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FFC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131" autoAdjust="0"/>
    <p:restoredTop sz="94682"/>
  </p:normalViewPr>
  <p:slideViewPr>
    <p:cSldViewPr snapToGrid="0" snapToObjects="1">
      <p:cViewPr varScale="1">
        <p:scale>
          <a:sx n="107" d="100"/>
          <a:sy n="107" d="100"/>
        </p:scale>
        <p:origin x="1362" y="11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A5AE01F-50FD-4252-B355-CCF0590A16EA}" type="doc">
      <dgm:prSet loTypeId="urn:microsoft.com/office/officeart/2005/8/layout/default" loCatId="list" qsTypeId="urn:microsoft.com/office/officeart/2005/8/quickstyle/simple1" qsCatId="simple" csTypeId="urn:microsoft.com/office/officeart/2005/8/colors/colorful1" csCatId="colorful"/>
      <dgm:spPr/>
      <dgm:t>
        <a:bodyPr/>
        <a:lstStyle/>
        <a:p>
          <a:endParaRPr lang="en-US"/>
        </a:p>
      </dgm:t>
    </dgm:pt>
    <dgm:pt modelId="{9314D958-96CF-4DBE-B22C-B1C965BBCC87}">
      <dgm:prSet/>
      <dgm:spPr/>
      <dgm:t>
        <a:bodyPr/>
        <a:lstStyle/>
        <a:p>
          <a:r>
            <a:rPr lang="en-IN" b="1"/>
            <a:t>• Frontend</a:t>
          </a:r>
          <a:endParaRPr lang="en-US"/>
        </a:p>
      </dgm:t>
    </dgm:pt>
    <dgm:pt modelId="{8669CD52-0EBB-4B60-BB02-E6470C5B1C9B}" type="parTrans" cxnId="{3D35CCFE-3257-4F23-881A-0337B6018BCB}">
      <dgm:prSet/>
      <dgm:spPr/>
      <dgm:t>
        <a:bodyPr/>
        <a:lstStyle/>
        <a:p>
          <a:endParaRPr lang="en-US"/>
        </a:p>
      </dgm:t>
    </dgm:pt>
    <dgm:pt modelId="{6823627E-FD01-47D5-B965-FD4537727028}" type="sibTrans" cxnId="{3D35CCFE-3257-4F23-881A-0337B6018BCB}">
      <dgm:prSet/>
      <dgm:spPr/>
      <dgm:t>
        <a:bodyPr/>
        <a:lstStyle/>
        <a:p>
          <a:endParaRPr lang="en-US"/>
        </a:p>
      </dgm:t>
    </dgm:pt>
    <dgm:pt modelId="{57B33ECA-691D-4AFF-A70E-5ABC136EF275}">
      <dgm:prSet/>
      <dgm:spPr/>
      <dgm:t>
        <a:bodyPr/>
        <a:lstStyle/>
        <a:p>
          <a:r>
            <a:rPr lang="en-IN"/>
            <a:t>HTML, CSS, JavaScript, React for smooth UI</a:t>
          </a:r>
          <a:endParaRPr lang="en-US"/>
        </a:p>
      </dgm:t>
    </dgm:pt>
    <dgm:pt modelId="{51DB81B2-E1F8-4FA3-9E66-666D18CC2161}" type="parTrans" cxnId="{7455C8B6-8016-48B4-B4F2-03B10D932BE2}">
      <dgm:prSet/>
      <dgm:spPr/>
      <dgm:t>
        <a:bodyPr/>
        <a:lstStyle/>
        <a:p>
          <a:endParaRPr lang="en-US"/>
        </a:p>
      </dgm:t>
    </dgm:pt>
    <dgm:pt modelId="{D1C113C5-3392-4767-B315-D7351822B8A7}" type="sibTrans" cxnId="{7455C8B6-8016-48B4-B4F2-03B10D932BE2}">
      <dgm:prSet/>
      <dgm:spPr/>
      <dgm:t>
        <a:bodyPr/>
        <a:lstStyle/>
        <a:p>
          <a:endParaRPr lang="en-US"/>
        </a:p>
      </dgm:t>
    </dgm:pt>
    <dgm:pt modelId="{AB37DC4F-6730-4D8C-8973-1C1534F8D921}">
      <dgm:prSet/>
      <dgm:spPr/>
      <dgm:t>
        <a:bodyPr/>
        <a:lstStyle/>
        <a:p>
          <a:r>
            <a:rPr lang="en-IN" b="1"/>
            <a:t>• Backend</a:t>
          </a:r>
          <a:endParaRPr lang="en-US"/>
        </a:p>
      </dgm:t>
    </dgm:pt>
    <dgm:pt modelId="{51111BE8-3D00-4661-8652-F09DBE4AABE4}" type="parTrans" cxnId="{A0A16D1B-10CB-4CE6-832A-59B2EF809AAF}">
      <dgm:prSet/>
      <dgm:spPr/>
      <dgm:t>
        <a:bodyPr/>
        <a:lstStyle/>
        <a:p>
          <a:endParaRPr lang="en-US"/>
        </a:p>
      </dgm:t>
    </dgm:pt>
    <dgm:pt modelId="{DB054075-473D-4847-ACFC-145E2FC3743A}" type="sibTrans" cxnId="{A0A16D1B-10CB-4CE6-832A-59B2EF809AAF}">
      <dgm:prSet/>
      <dgm:spPr/>
      <dgm:t>
        <a:bodyPr/>
        <a:lstStyle/>
        <a:p>
          <a:endParaRPr lang="en-US"/>
        </a:p>
      </dgm:t>
    </dgm:pt>
    <dgm:pt modelId="{83066865-E47B-4C65-BB7C-23D31A26ADB4}">
      <dgm:prSet/>
      <dgm:spPr/>
      <dgm:t>
        <a:bodyPr/>
        <a:lstStyle/>
        <a:p>
          <a:r>
            <a:rPr lang="en-IN" dirty="0"/>
            <a:t>PHP or Node.js with Express for server operations</a:t>
          </a:r>
          <a:endParaRPr lang="en-US" dirty="0"/>
        </a:p>
      </dgm:t>
    </dgm:pt>
    <dgm:pt modelId="{03321792-A98E-40C9-86CC-0B66DACAED02}" type="parTrans" cxnId="{30CC48E3-2C5E-4EA4-9159-D2536569D9DD}">
      <dgm:prSet/>
      <dgm:spPr/>
      <dgm:t>
        <a:bodyPr/>
        <a:lstStyle/>
        <a:p>
          <a:endParaRPr lang="en-US"/>
        </a:p>
      </dgm:t>
    </dgm:pt>
    <dgm:pt modelId="{5FF6C69C-2E3F-48D1-8BE3-4272211C319F}" type="sibTrans" cxnId="{30CC48E3-2C5E-4EA4-9159-D2536569D9DD}">
      <dgm:prSet/>
      <dgm:spPr/>
      <dgm:t>
        <a:bodyPr/>
        <a:lstStyle/>
        <a:p>
          <a:endParaRPr lang="en-US"/>
        </a:p>
      </dgm:t>
    </dgm:pt>
    <dgm:pt modelId="{9866DE50-74FF-49FE-8C6F-3D4B8FFF2890}">
      <dgm:prSet/>
      <dgm:spPr/>
      <dgm:t>
        <a:bodyPr/>
        <a:lstStyle/>
        <a:p>
          <a:r>
            <a:rPr lang="en-IN" b="1"/>
            <a:t>• Database</a:t>
          </a:r>
          <a:endParaRPr lang="en-US"/>
        </a:p>
      </dgm:t>
    </dgm:pt>
    <dgm:pt modelId="{4547B59B-DD5D-4444-B4FD-9C71A48C20E6}" type="parTrans" cxnId="{C6842F63-7D05-4CB4-AA4B-AC196839B3B0}">
      <dgm:prSet/>
      <dgm:spPr/>
      <dgm:t>
        <a:bodyPr/>
        <a:lstStyle/>
        <a:p>
          <a:endParaRPr lang="en-US"/>
        </a:p>
      </dgm:t>
    </dgm:pt>
    <dgm:pt modelId="{624EB5BC-670E-453B-B82C-C00F1C8586F7}" type="sibTrans" cxnId="{C6842F63-7D05-4CB4-AA4B-AC196839B3B0}">
      <dgm:prSet/>
      <dgm:spPr/>
      <dgm:t>
        <a:bodyPr/>
        <a:lstStyle/>
        <a:p>
          <a:endParaRPr lang="en-US"/>
        </a:p>
      </dgm:t>
    </dgm:pt>
    <dgm:pt modelId="{34A1AB95-7885-45AC-B934-44173CB4889A}">
      <dgm:prSet/>
      <dgm:spPr/>
      <dgm:t>
        <a:bodyPr/>
        <a:lstStyle/>
        <a:p>
          <a:r>
            <a:rPr lang="en-IN"/>
            <a:t>MySQL or MongoDB to store user data, book info, and transactions</a:t>
          </a:r>
          <a:endParaRPr lang="en-US"/>
        </a:p>
      </dgm:t>
    </dgm:pt>
    <dgm:pt modelId="{723A129C-86A7-476B-877F-36D08B753F95}" type="parTrans" cxnId="{251E07FC-10DB-4820-875D-E9CE02F29AB1}">
      <dgm:prSet/>
      <dgm:spPr/>
      <dgm:t>
        <a:bodyPr/>
        <a:lstStyle/>
        <a:p>
          <a:endParaRPr lang="en-US"/>
        </a:p>
      </dgm:t>
    </dgm:pt>
    <dgm:pt modelId="{E9546646-1E1C-46BD-856F-F2A7844764AF}" type="sibTrans" cxnId="{251E07FC-10DB-4820-875D-E9CE02F29AB1}">
      <dgm:prSet/>
      <dgm:spPr/>
      <dgm:t>
        <a:bodyPr/>
        <a:lstStyle/>
        <a:p>
          <a:endParaRPr lang="en-US"/>
        </a:p>
      </dgm:t>
    </dgm:pt>
    <dgm:pt modelId="{BB1FA80D-4ADD-4DB5-BDD0-9AAFA76BFDBC}">
      <dgm:prSet/>
      <dgm:spPr/>
      <dgm:t>
        <a:bodyPr/>
        <a:lstStyle/>
        <a:p>
          <a:r>
            <a:rPr lang="en-IN" b="1"/>
            <a:t>• Cloud Storage</a:t>
          </a:r>
          <a:endParaRPr lang="en-US"/>
        </a:p>
      </dgm:t>
    </dgm:pt>
    <dgm:pt modelId="{458AF653-F237-4DD2-9BDB-C85C0C637894}" type="parTrans" cxnId="{758035F0-64A9-4ACC-A0D3-18FE09C45AC5}">
      <dgm:prSet/>
      <dgm:spPr/>
      <dgm:t>
        <a:bodyPr/>
        <a:lstStyle/>
        <a:p>
          <a:endParaRPr lang="en-US"/>
        </a:p>
      </dgm:t>
    </dgm:pt>
    <dgm:pt modelId="{C4C6F5F1-77A9-44CD-9C6D-FAF81FB996FE}" type="sibTrans" cxnId="{758035F0-64A9-4ACC-A0D3-18FE09C45AC5}">
      <dgm:prSet/>
      <dgm:spPr/>
      <dgm:t>
        <a:bodyPr/>
        <a:lstStyle/>
        <a:p>
          <a:endParaRPr lang="en-US"/>
        </a:p>
      </dgm:t>
    </dgm:pt>
    <dgm:pt modelId="{9955DAB6-91C3-4032-9B22-A7710A809767}">
      <dgm:prSet/>
      <dgm:spPr/>
      <dgm:t>
        <a:bodyPr/>
        <a:lstStyle/>
        <a:p>
          <a:r>
            <a:rPr lang="en-IN" dirty="0"/>
            <a:t>AWS or Google Cloud for hosting e-book files securely</a:t>
          </a:r>
          <a:endParaRPr lang="en-US" dirty="0"/>
        </a:p>
      </dgm:t>
    </dgm:pt>
    <dgm:pt modelId="{22FC5D48-081A-4647-B2FE-B2485B25D8CE}" type="parTrans" cxnId="{6C364E80-2D08-4F4C-B1DC-7AB6B21B9E76}">
      <dgm:prSet/>
      <dgm:spPr/>
      <dgm:t>
        <a:bodyPr/>
        <a:lstStyle/>
        <a:p>
          <a:endParaRPr lang="en-US"/>
        </a:p>
      </dgm:t>
    </dgm:pt>
    <dgm:pt modelId="{E2125771-7710-49F6-A9F7-23A18FD7FB8B}" type="sibTrans" cxnId="{6C364E80-2D08-4F4C-B1DC-7AB6B21B9E76}">
      <dgm:prSet/>
      <dgm:spPr/>
      <dgm:t>
        <a:bodyPr/>
        <a:lstStyle/>
        <a:p>
          <a:endParaRPr lang="en-US"/>
        </a:p>
      </dgm:t>
    </dgm:pt>
    <dgm:pt modelId="{79DB5785-7698-44D8-BCFF-5E6E03C361C7}">
      <dgm:prSet/>
      <dgm:spPr/>
      <dgm:t>
        <a:bodyPr/>
        <a:lstStyle/>
        <a:p>
          <a:r>
            <a:rPr lang="en-IN" b="1"/>
            <a:t>• AI Tools</a:t>
          </a:r>
          <a:endParaRPr lang="en-US"/>
        </a:p>
      </dgm:t>
    </dgm:pt>
    <dgm:pt modelId="{7A4E5CD1-B3E6-4F98-95FB-101B7F682373}" type="parTrans" cxnId="{F602C259-0379-4131-9EA2-F68922FE9130}">
      <dgm:prSet/>
      <dgm:spPr/>
      <dgm:t>
        <a:bodyPr/>
        <a:lstStyle/>
        <a:p>
          <a:endParaRPr lang="en-US"/>
        </a:p>
      </dgm:t>
    </dgm:pt>
    <dgm:pt modelId="{D0928DCD-D301-4E7C-AA37-394112614270}" type="sibTrans" cxnId="{F602C259-0379-4131-9EA2-F68922FE9130}">
      <dgm:prSet/>
      <dgm:spPr/>
      <dgm:t>
        <a:bodyPr/>
        <a:lstStyle/>
        <a:p>
          <a:endParaRPr lang="en-US"/>
        </a:p>
      </dgm:t>
    </dgm:pt>
    <dgm:pt modelId="{7E4673F8-0848-4155-916B-EBC2654CC9B2}">
      <dgm:prSet/>
      <dgm:spPr/>
      <dgm:t>
        <a:bodyPr/>
        <a:lstStyle/>
        <a:p>
          <a:r>
            <a:rPr lang="en-IN"/>
            <a:t>API integration for grammar, plagiarism check, and writing suggestions</a:t>
          </a:r>
          <a:endParaRPr lang="en-US"/>
        </a:p>
      </dgm:t>
    </dgm:pt>
    <dgm:pt modelId="{4DB1B636-1CE7-402D-9309-663538A7FE3B}" type="parTrans" cxnId="{6C950964-7997-46C5-A2BB-B5B2C9BFCED6}">
      <dgm:prSet/>
      <dgm:spPr/>
      <dgm:t>
        <a:bodyPr/>
        <a:lstStyle/>
        <a:p>
          <a:endParaRPr lang="en-US"/>
        </a:p>
      </dgm:t>
    </dgm:pt>
    <dgm:pt modelId="{74BC5895-428E-4478-AFE2-853DFB686F68}" type="sibTrans" cxnId="{6C950964-7997-46C5-A2BB-B5B2C9BFCED6}">
      <dgm:prSet/>
      <dgm:spPr/>
      <dgm:t>
        <a:bodyPr/>
        <a:lstStyle/>
        <a:p>
          <a:endParaRPr lang="en-US"/>
        </a:p>
      </dgm:t>
    </dgm:pt>
    <dgm:pt modelId="{F72FC4E7-D461-4552-83FF-5E6286E7B418}">
      <dgm:prSet/>
      <dgm:spPr/>
      <dgm:t>
        <a:bodyPr/>
        <a:lstStyle/>
        <a:p>
          <a:r>
            <a:rPr lang="en-IN" b="1"/>
            <a:t>• Security</a:t>
          </a:r>
          <a:endParaRPr lang="en-US"/>
        </a:p>
      </dgm:t>
    </dgm:pt>
    <dgm:pt modelId="{1577CD44-FAA2-4A48-A66D-93343407F0EA}" type="parTrans" cxnId="{3C3F2006-B4C6-499A-B31D-CA4949411A53}">
      <dgm:prSet/>
      <dgm:spPr/>
      <dgm:t>
        <a:bodyPr/>
        <a:lstStyle/>
        <a:p>
          <a:endParaRPr lang="en-US"/>
        </a:p>
      </dgm:t>
    </dgm:pt>
    <dgm:pt modelId="{EF8864D2-4A73-4BF6-B351-357E918E7989}" type="sibTrans" cxnId="{3C3F2006-B4C6-499A-B31D-CA4949411A53}">
      <dgm:prSet/>
      <dgm:spPr/>
      <dgm:t>
        <a:bodyPr/>
        <a:lstStyle/>
        <a:p>
          <a:endParaRPr lang="en-US"/>
        </a:p>
      </dgm:t>
    </dgm:pt>
    <dgm:pt modelId="{AF083C2A-072E-43E1-B007-603536FA6924}">
      <dgm:prSet/>
      <dgm:spPr/>
      <dgm:t>
        <a:bodyPr/>
        <a:lstStyle/>
        <a:p>
          <a:r>
            <a:rPr lang="en-IN"/>
            <a:t>User authentication, encrypted payments, secure file handling</a:t>
          </a:r>
          <a:endParaRPr lang="en-US"/>
        </a:p>
      </dgm:t>
    </dgm:pt>
    <dgm:pt modelId="{95BEA906-897A-4487-AB41-672D1E22616A}" type="parTrans" cxnId="{D2564978-4A68-4C0E-B271-BAD14B496DC9}">
      <dgm:prSet/>
      <dgm:spPr/>
      <dgm:t>
        <a:bodyPr/>
        <a:lstStyle/>
        <a:p>
          <a:endParaRPr lang="en-US"/>
        </a:p>
      </dgm:t>
    </dgm:pt>
    <dgm:pt modelId="{6DBA4270-D5B0-4DEC-88B8-31AFF6F1D996}" type="sibTrans" cxnId="{D2564978-4A68-4C0E-B271-BAD14B496DC9}">
      <dgm:prSet/>
      <dgm:spPr/>
      <dgm:t>
        <a:bodyPr/>
        <a:lstStyle/>
        <a:p>
          <a:endParaRPr lang="en-US"/>
        </a:p>
      </dgm:t>
    </dgm:pt>
    <dgm:pt modelId="{67063A74-5081-44FF-8775-5EB02292DA2D}" type="pres">
      <dgm:prSet presAssocID="{CA5AE01F-50FD-4252-B355-CCF0590A16EA}" presName="diagram" presStyleCnt="0">
        <dgm:presLayoutVars>
          <dgm:dir/>
          <dgm:resizeHandles val="exact"/>
        </dgm:presLayoutVars>
      </dgm:prSet>
      <dgm:spPr/>
    </dgm:pt>
    <dgm:pt modelId="{F1FB5731-E16E-4F68-BDA1-525C971CEB0E}" type="pres">
      <dgm:prSet presAssocID="{9314D958-96CF-4DBE-B22C-B1C965BBCC87}" presName="node" presStyleLbl="node1" presStyleIdx="0" presStyleCnt="12">
        <dgm:presLayoutVars>
          <dgm:bulletEnabled val="1"/>
        </dgm:presLayoutVars>
      </dgm:prSet>
      <dgm:spPr/>
    </dgm:pt>
    <dgm:pt modelId="{F359721C-1EFF-4820-BE75-0F9E84197067}" type="pres">
      <dgm:prSet presAssocID="{6823627E-FD01-47D5-B965-FD4537727028}" presName="sibTrans" presStyleCnt="0"/>
      <dgm:spPr/>
    </dgm:pt>
    <dgm:pt modelId="{AD03AC90-1534-4688-9D6A-9B78E3C24481}" type="pres">
      <dgm:prSet presAssocID="{57B33ECA-691D-4AFF-A70E-5ABC136EF275}" presName="node" presStyleLbl="node1" presStyleIdx="1" presStyleCnt="12">
        <dgm:presLayoutVars>
          <dgm:bulletEnabled val="1"/>
        </dgm:presLayoutVars>
      </dgm:prSet>
      <dgm:spPr/>
    </dgm:pt>
    <dgm:pt modelId="{122CC30C-1B70-4E0D-B483-7F473DA201EB}" type="pres">
      <dgm:prSet presAssocID="{D1C113C5-3392-4767-B315-D7351822B8A7}" presName="sibTrans" presStyleCnt="0"/>
      <dgm:spPr/>
    </dgm:pt>
    <dgm:pt modelId="{2EA2379F-CF0F-4C32-9432-BEE71882B41B}" type="pres">
      <dgm:prSet presAssocID="{AB37DC4F-6730-4D8C-8973-1C1534F8D921}" presName="node" presStyleLbl="node1" presStyleIdx="2" presStyleCnt="12">
        <dgm:presLayoutVars>
          <dgm:bulletEnabled val="1"/>
        </dgm:presLayoutVars>
      </dgm:prSet>
      <dgm:spPr/>
    </dgm:pt>
    <dgm:pt modelId="{E92A8820-EAA6-4AC4-936F-5B4BC0309420}" type="pres">
      <dgm:prSet presAssocID="{DB054075-473D-4847-ACFC-145E2FC3743A}" presName="sibTrans" presStyleCnt="0"/>
      <dgm:spPr/>
    </dgm:pt>
    <dgm:pt modelId="{05424157-5E8B-4934-AD2E-AC919F3E050F}" type="pres">
      <dgm:prSet presAssocID="{83066865-E47B-4C65-BB7C-23D31A26ADB4}" presName="node" presStyleLbl="node1" presStyleIdx="3" presStyleCnt="12">
        <dgm:presLayoutVars>
          <dgm:bulletEnabled val="1"/>
        </dgm:presLayoutVars>
      </dgm:prSet>
      <dgm:spPr/>
    </dgm:pt>
    <dgm:pt modelId="{A2A3BBE5-9386-424A-B95E-59B2FA6FADAD}" type="pres">
      <dgm:prSet presAssocID="{5FF6C69C-2E3F-48D1-8BE3-4272211C319F}" presName="sibTrans" presStyleCnt="0"/>
      <dgm:spPr/>
    </dgm:pt>
    <dgm:pt modelId="{A1118D40-BFA4-4B2C-8125-A3266EE55ED5}" type="pres">
      <dgm:prSet presAssocID="{9866DE50-74FF-49FE-8C6F-3D4B8FFF2890}" presName="node" presStyleLbl="node1" presStyleIdx="4" presStyleCnt="12">
        <dgm:presLayoutVars>
          <dgm:bulletEnabled val="1"/>
        </dgm:presLayoutVars>
      </dgm:prSet>
      <dgm:spPr/>
    </dgm:pt>
    <dgm:pt modelId="{0C52DF18-C1EF-4C56-AAF4-267801E5601B}" type="pres">
      <dgm:prSet presAssocID="{624EB5BC-670E-453B-B82C-C00F1C8586F7}" presName="sibTrans" presStyleCnt="0"/>
      <dgm:spPr/>
    </dgm:pt>
    <dgm:pt modelId="{40CB95B8-C7CD-4965-9AEA-E3D77119FC5F}" type="pres">
      <dgm:prSet presAssocID="{34A1AB95-7885-45AC-B934-44173CB4889A}" presName="node" presStyleLbl="node1" presStyleIdx="5" presStyleCnt="12">
        <dgm:presLayoutVars>
          <dgm:bulletEnabled val="1"/>
        </dgm:presLayoutVars>
      </dgm:prSet>
      <dgm:spPr/>
    </dgm:pt>
    <dgm:pt modelId="{8492785B-2627-41FE-AB6A-55DEFB6B29F7}" type="pres">
      <dgm:prSet presAssocID="{E9546646-1E1C-46BD-856F-F2A7844764AF}" presName="sibTrans" presStyleCnt="0"/>
      <dgm:spPr/>
    </dgm:pt>
    <dgm:pt modelId="{5A460CBF-A171-4067-A7B2-01036761554D}" type="pres">
      <dgm:prSet presAssocID="{BB1FA80D-4ADD-4DB5-BDD0-9AAFA76BFDBC}" presName="node" presStyleLbl="node1" presStyleIdx="6" presStyleCnt="12">
        <dgm:presLayoutVars>
          <dgm:bulletEnabled val="1"/>
        </dgm:presLayoutVars>
      </dgm:prSet>
      <dgm:spPr/>
    </dgm:pt>
    <dgm:pt modelId="{BA6C0DD4-DFC3-4D74-B547-E78CB2998239}" type="pres">
      <dgm:prSet presAssocID="{C4C6F5F1-77A9-44CD-9C6D-FAF81FB996FE}" presName="sibTrans" presStyleCnt="0"/>
      <dgm:spPr/>
    </dgm:pt>
    <dgm:pt modelId="{53861BA0-1DFF-421C-AD96-3F07387F96BF}" type="pres">
      <dgm:prSet presAssocID="{9955DAB6-91C3-4032-9B22-A7710A809767}" presName="node" presStyleLbl="node1" presStyleIdx="7" presStyleCnt="12">
        <dgm:presLayoutVars>
          <dgm:bulletEnabled val="1"/>
        </dgm:presLayoutVars>
      </dgm:prSet>
      <dgm:spPr/>
    </dgm:pt>
    <dgm:pt modelId="{5AE4CDD9-438A-472A-8D6B-80D3A56474AC}" type="pres">
      <dgm:prSet presAssocID="{E2125771-7710-49F6-A9F7-23A18FD7FB8B}" presName="sibTrans" presStyleCnt="0"/>
      <dgm:spPr/>
    </dgm:pt>
    <dgm:pt modelId="{26BECDFC-0791-454F-951B-8B4AF5CB7AD2}" type="pres">
      <dgm:prSet presAssocID="{79DB5785-7698-44D8-BCFF-5E6E03C361C7}" presName="node" presStyleLbl="node1" presStyleIdx="8" presStyleCnt="12">
        <dgm:presLayoutVars>
          <dgm:bulletEnabled val="1"/>
        </dgm:presLayoutVars>
      </dgm:prSet>
      <dgm:spPr/>
    </dgm:pt>
    <dgm:pt modelId="{D23908BD-A15B-4CDB-8EA2-F742FEB61C1E}" type="pres">
      <dgm:prSet presAssocID="{D0928DCD-D301-4E7C-AA37-394112614270}" presName="sibTrans" presStyleCnt="0"/>
      <dgm:spPr/>
    </dgm:pt>
    <dgm:pt modelId="{F4AA9F35-287C-4C97-9DAA-B4D65A2C7C3C}" type="pres">
      <dgm:prSet presAssocID="{7E4673F8-0848-4155-916B-EBC2654CC9B2}" presName="node" presStyleLbl="node1" presStyleIdx="9" presStyleCnt="12">
        <dgm:presLayoutVars>
          <dgm:bulletEnabled val="1"/>
        </dgm:presLayoutVars>
      </dgm:prSet>
      <dgm:spPr/>
    </dgm:pt>
    <dgm:pt modelId="{4DCCDAA4-D679-498F-A500-3F1D87599686}" type="pres">
      <dgm:prSet presAssocID="{74BC5895-428E-4478-AFE2-853DFB686F68}" presName="sibTrans" presStyleCnt="0"/>
      <dgm:spPr/>
    </dgm:pt>
    <dgm:pt modelId="{ECCA3487-EEF8-453F-8096-59CF6F2C653A}" type="pres">
      <dgm:prSet presAssocID="{F72FC4E7-D461-4552-83FF-5E6286E7B418}" presName="node" presStyleLbl="node1" presStyleIdx="10" presStyleCnt="12">
        <dgm:presLayoutVars>
          <dgm:bulletEnabled val="1"/>
        </dgm:presLayoutVars>
      </dgm:prSet>
      <dgm:spPr/>
    </dgm:pt>
    <dgm:pt modelId="{C957FC2E-9347-43F0-96AD-6B05FFCECA0A}" type="pres">
      <dgm:prSet presAssocID="{EF8864D2-4A73-4BF6-B351-357E918E7989}" presName="sibTrans" presStyleCnt="0"/>
      <dgm:spPr/>
    </dgm:pt>
    <dgm:pt modelId="{12F81A50-EF82-4E38-A3B4-C920A5A4891C}" type="pres">
      <dgm:prSet presAssocID="{AF083C2A-072E-43E1-B007-603536FA6924}" presName="node" presStyleLbl="node1" presStyleIdx="11" presStyleCnt="12">
        <dgm:presLayoutVars>
          <dgm:bulletEnabled val="1"/>
        </dgm:presLayoutVars>
      </dgm:prSet>
      <dgm:spPr/>
    </dgm:pt>
  </dgm:ptLst>
  <dgm:cxnLst>
    <dgm:cxn modelId="{3C3F2006-B4C6-499A-B31D-CA4949411A53}" srcId="{CA5AE01F-50FD-4252-B355-CCF0590A16EA}" destId="{F72FC4E7-D461-4552-83FF-5E6286E7B418}" srcOrd="10" destOrd="0" parTransId="{1577CD44-FAA2-4A48-A66D-93343407F0EA}" sibTransId="{EF8864D2-4A73-4BF6-B351-357E918E7989}"/>
    <dgm:cxn modelId="{0C19661B-EF71-42FF-9DC0-525AA919B7E7}" type="presOf" srcId="{BB1FA80D-4ADD-4DB5-BDD0-9AAFA76BFDBC}" destId="{5A460CBF-A171-4067-A7B2-01036761554D}" srcOrd="0" destOrd="0" presId="urn:microsoft.com/office/officeart/2005/8/layout/default"/>
    <dgm:cxn modelId="{A0A16D1B-10CB-4CE6-832A-59B2EF809AAF}" srcId="{CA5AE01F-50FD-4252-B355-CCF0590A16EA}" destId="{AB37DC4F-6730-4D8C-8973-1C1534F8D921}" srcOrd="2" destOrd="0" parTransId="{51111BE8-3D00-4661-8652-F09DBE4AABE4}" sibTransId="{DB054075-473D-4847-ACFC-145E2FC3743A}"/>
    <dgm:cxn modelId="{48B9CB2B-2789-4251-BFB5-F76014C18C6B}" type="presOf" srcId="{9866DE50-74FF-49FE-8C6F-3D4B8FFF2890}" destId="{A1118D40-BFA4-4B2C-8125-A3266EE55ED5}" srcOrd="0" destOrd="0" presId="urn:microsoft.com/office/officeart/2005/8/layout/default"/>
    <dgm:cxn modelId="{83CFD63A-1F03-40DF-B739-3BE50F1C6305}" type="presOf" srcId="{7E4673F8-0848-4155-916B-EBC2654CC9B2}" destId="{F4AA9F35-287C-4C97-9DAA-B4D65A2C7C3C}" srcOrd="0" destOrd="0" presId="urn:microsoft.com/office/officeart/2005/8/layout/default"/>
    <dgm:cxn modelId="{2576D03C-DCDC-4561-B4CC-41E80C13A81E}" type="presOf" srcId="{79DB5785-7698-44D8-BCFF-5E6E03C361C7}" destId="{26BECDFC-0791-454F-951B-8B4AF5CB7AD2}" srcOrd="0" destOrd="0" presId="urn:microsoft.com/office/officeart/2005/8/layout/default"/>
    <dgm:cxn modelId="{C6842F63-7D05-4CB4-AA4B-AC196839B3B0}" srcId="{CA5AE01F-50FD-4252-B355-CCF0590A16EA}" destId="{9866DE50-74FF-49FE-8C6F-3D4B8FFF2890}" srcOrd="4" destOrd="0" parTransId="{4547B59B-DD5D-4444-B4FD-9C71A48C20E6}" sibTransId="{624EB5BC-670E-453B-B82C-C00F1C8586F7}"/>
    <dgm:cxn modelId="{6C950964-7997-46C5-A2BB-B5B2C9BFCED6}" srcId="{CA5AE01F-50FD-4252-B355-CCF0590A16EA}" destId="{7E4673F8-0848-4155-916B-EBC2654CC9B2}" srcOrd="9" destOrd="0" parTransId="{4DB1B636-1CE7-402D-9309-663538A7FE3B}" sibTransId="{74BC5895-428E-4478-AFE2-853DFB686F68}"/>
    <dgm:cxn modelId="{EDC34948-A26A-4A6C-82A8-05B40AF6667D}" type="presOf" srcId="{AF083C2A-072E-43E1-B007-603536FA6924}" destId="{12F81A50-EF82-4E38-A3B4-C920A5A4891C}" srcOrd="0" destOrd="0" presId="urn:microsoft.com/office/officeart/2005/8/layout/default"/>
    <dgm:cxn modelId="{DB7AF94E-ABFB-4990-8514-21BBD624C466}" type="presOf" srcId="{83066865-E47B-4C65-BB7C-23D31A26ADB4}" destId="{05424157-5E8B-4934-AD2E-AC919F3E050F}" srcOrd="0" destOrd="0" presId="urn:microsoft.com/office/officeart/2005/8/layout/default"/>
    <dgm:cxn modelId="{22B51D73-CC95-457F-B331-98BDD11C467A}" type="presOf" srcId="{F72FC4E7-D461-4552-83FF-5E6286E7B418}" destId="{ECCA3487-EEF8-453F-8096-59CF6F2C653A}" srcOrd="0" destOrd="0" presId="urn:microsoft.com/office/officeart/2005/8/layout/default"/>
    <dgm:cxn modelId="{D2564978-4A68-4C0E-B271-BAD14B496DC9}" srcId="{CA5AE01F-50FD-4252-B355-CCF0590A16EA}" destId="{AF083C2A-072E-43E1-B007-603536FA6924}" srcOrd="11" destOrd="0" parTransId="{95BEA906-897A-4487-AB41-672D1E22616A}" sibTransId="{6DBA4270-D5B0-4DEC-88B8-31AFF6F1D996}"/>
    <dgm:cxn modelId="{27EFED78-19B3-419A-ABFF-3D1C9BDDCDBF}" type="presOf" srcId="{AB37DC4F-6730-4D8C-8973-1C1534F8D921}" destId="{2EA2379F-CF0F-4C32-9432-BEE71882B41B}" srcOrd="0" destOrd="0" presId="urn:microsoft.com/office/officeart/2005/8/layout/default"/>
    <dgm:cxn modelId="{F602C259-0379-4131-9EA2-F68922FE9130}" srcId="{CA5AE01F-50FD-4252-B355-CCF0590A16EA}" destId="{79DB5785-7698-44D8-BCFF-5E6E03C361C7}" srcOrd="8" destOrd="0" parTransId="{7A4E5CD1-B3E6-4F98-95FB-101B7F682373}" sibTransId="{D0928DCD-D301-4E7C-AA37-394112614270}"/>
    <dgm:cxn modelId="{6C364E80-2D08-4F4C-B1DC-7AB6B21B9E76}" srcId="{CA5AE01F-50FD-4252-B355-CCF0590A16EA}" destId="{9955DAB6-91C3-4032-9B22-A7710A809767}" srcOrd="7" destOrd="0" parTransId="{22FC5D48-081A-4647-B2FE-B2485B25D8CE}" sibTransId="{E2125771-7710-49F6-A9F7-23A18FD7FB8B}"/>
    <dgm:cxn modelId="{66C30193-0F15-46CB-85B8-FDAF899FFB22}" type="presOf" srcId="{57B33ECA-691D-4AFF-A70E-5ABC136EF275}" destId="{AD03AC90-1534-4688-9D6A-9B78E3C24481}" srcOrd="0" destOrd="0" presId="urn:microsoft.com/office/officeart/2005/8/layout/default"/>
    <dgm:cxn modelId="{7455C8B6-8016-48B4-B4F2-03B10D932BE2}" srcId="{CA5AE01F-50FD-4252-B355-CCF0590A16EA}" destId="{57B33ECA-691D-4AFF-A70E-5ABC136EF275}" srcOrd="1" destOrd="0" parTransId="{51DB81B2-E1F8-4FA3-9E66-666D18CC2161}" sibTransId="{D1C113C5-3392-4767-B315-D7351822B8A7}"/>
    <dgm:cxn modelId="{35C9A9C3-B407-4FA8-ADBD-2F9009ABF236}" type="presOf" srcId="{34A1AB95-7885-45AC-B934-44173CB4889A}" destId="{40CB95B8-C7CD-4965-9AEA-E3D77119FC5F}" srcOrd="0" destOrd="0" presId="urn:microsoft.com/office/officeart/2005/8/layout/default"/>
    <dgm:cxn modelId="{7FDC96D5-19F2-4DBD-95C4-8384D3A16AA4}" type="presOf" srcId="{9955DAB6-91C3-4032-9B22-A7710A809767}" destId="{53861BA0-1DFF-421C-AD96-3F07387F96BF}" srcOrd="0" destOrd="0" presId="urn:microsoft.com/office/officeart/2005/8/layout/default"/>
    <dgm:cxn modelId="{EF71DBE2-68CD-4B22-A0BE-D5FFB45C036A}" type="presOf" srcId="{CA5AE01F-50FD-4252-B355-CCF0590A16EA}" destId="{67063A74-5081-44FF-8775-5EB02292DA2D}" srcOrd="0" destOrd="0" presId="urn:microsoft.com/office/officeart/2005/8/layout/default"/>
    <dgm:cxn modelId="{30CC48E3-2C5E-4EA4-9159-D2536569D9DD}" srcId="{CA5AE01F-50FD-4252-B355-CCF0590A16EA}" destId="{83066865-E47B-4C65-BB7C-23D31A26ADB4}" srcOrd="3" destOrd="0" parTransId="{03321792-A98E-40C9-86CC-0B66DACAED02}" sibTransId="{5FF6C69C-2E3F-48D1-8BE3-4272211C319F}"/>
    <dgm:cxn modelId="{758035F0-64A9-4ACC-A0D3-18FE09C45AC5}" srcId="{CA5AE01F-50FD-4252-B355-CCF0590A16EA}" destId="{BB1FA80D-4ADD-4DB5-BDD0-9AAFA76BFDBC}" srcOrd="6" destOrd="0" parTransId="{458AF653-F237-4DD2-9BDB-C85C0C637894}" sibTransId="{C4C6F5F1-77A9-44CD-9C6D-FAF81FB996FE}"/>
    <dgm:cxn modelId="{FCA2D8FA-8444-4A9D-AC23-1A1000159C69}" type="presOf" srcId="{9314D958-96CF-4DBE-B22C-B1C965BBCC87}" destId="{F1FB5731-E16E-4F68-BDA1-525C971CEB0E}" srcOrd="0" destOrd="0" presId="urn:microsoft.com/office/officeart/2005/8/layout/default"/>
    <dgm:cxn modelId="{251E07FC-10DB-4820-875D-E9CE02F29AB1}" srcId="{CA5AE01F-50FD-4252-B355-CCF0590A16EA}" destId="{34A1AB95-7885-45AC-B934-44173CB4889A}" srcOrd="5" destOrd="0" parTransId="{723A129C-86A7-476B-877F-36D08B753F95}" sibTransId="{E9546646-1E1C-46BD-856F-F2A7844764AF}"/>
    <dgm:cxn modelId="{3D35CCFE-3257-4F23-881A-0337B6018BCB}" srcId="{CA5AE01F-50FD-4252-B355-CCF0590A16EA}" destId="{9314D958-96CF-4DBE-B22C-B1C965BBCC87}" srcOrd="0" destOrd="0" parTransId="{8669CD52-0EBB-4B60-BB02-E6470C5B1C9B}" sibTransId="{6823627E-FD01-47D5-B965-FD4537727028}"/>
    <dgm:cxn modelId="{4B835553-0D18-4AA2-8804-2D9D7A23EB61}" type="presParOf" srcId="{67063A74-5081-44FF-8775-5EB02292DA2D}" destId="{F1FB5731-E16E-4F68-BDA1-525C971CEB0E}" srcOrd="0" destOrd="0" presId="urn:microsoft.com/office/officeart/2005/8/layout/default"/>
    <dgm:cxn modelId="{2081788A-8DA4-435A-B7A3-BB28F2CFA6E6}" type="presParOf" srcId="{67063A74-5081-44FF-8775-5EB02292DA2D}" destId="{F359721C-1EFF-4820-BE75-0F9E84197067}" srcOrd="1" destOrd="0" presId="urn:microsoft.com/office/officeart/2005/8/layout/default"/>
    <dgm:cxn modelId="{AEB2831F-9075-43BA-8A72-B75FC426836C}" type="presParOf" srcId="{67063A74-5081-44FF-8775-5EB02292DA2D}" destId="{AD03AC90-1534-4688-9D6A-9B78E3C24481}" srcOrd="2" destOrd="0" presId="urn:microsoft.com/office/officeart/2005/8/layout/default"/>
    <dgm:cxn modelId="{C74852BC-D807-4EC3-A6E0-3C434BC37A24}" type="presParOf" srcId="{67063A74-5081-44FF-8775-5EB02292DA2D}" destId="{122CC30C-1B70-4E0D-B483-7F473DA201EB}" srcOrd="3" destOrd="0" presId="urn:microsoft.com/office/officeart/2005/8/layout/default"/>
    <dgm:cxn modelId="{61F3CD57-20F1-4FA5-BC55-F8FC8533FAD8}" type="presParOf" srcId="{67063A74-5081-44FF-8775-5EB02292DA2D}" destId="{2EA2379F-CF0F-4C32-9432-BEE71882B41B}" srcOrd="4" destOrd="0" presId="urn:microsoft.com/office/officeart/2005/8/layout/default"/>
    <dgm:cxn modelId="{33E60E36-23F5-4FF3-8D44-5E3B4A8AE385}" type="presParOf" srcId="{67063A74-5081-44FF-8775-5EB02292DA2D}" destId="{E92A8820-EAA6-4AC4-936F-5B4BC0309420}" srcOrd="5" destOrd="0" presId="urn:microsoft.com/office/officeart/2005/8/layout/default"/>
    <dgm:cxn modelId="{5D669D1B-636D-496D-A000-106E61BD5766}" type="presParOf" srcId="{67063A74-5081-44FF-8775-5EB02292DA2D}" destId="{05424157-5E8B-4934-AD2E-AC919F3E050F}" srcOrd="6" destOrd="0" presId="urn:microsoft.com/office/officeart/2005/8/layout/default"/>
    <dgm:cxn modelId="{A05A31F2-934D-4C12-AD68-81CEC2E0E541}" type="presParOf" srcId="{67063A74-5081-44FF-8775-5EB02292DA2D}" destId="{A2A3BBE5-9386-424A-B95E-59B2FA6FADAD}" srcOrd="7" destOrd="0" presId="urn:microsoft.com/office/officeart/2005/8/layout/default"/>
    <dgm:cxn modelId="{69313DC8-BA03-496F-A91A-D24DB67B3A02}" type="presParOf" srcId="{67063A74-5081-44FF-8775-5EB02292DA2D}" destId="{A1118D40-BFA4-4B2C-8125-A3266EE55ED5}" srcOrd="8" destOrd="0" presId="urn:microsoft.com/office/officeart/2005/8/layout/default"/>
    <dgm:cxn modelId="{6894F022-A62F-440F-8DA6-7E996CDB0250}" type="presParOf" srcId="{67063A74-5081-44FF-8775-5EB02292DA2D}" destId="{0C52DF18-C1EF-4C56-AAF4-267801E5601B}" srcOrd="9" destOrd="0" presId="urn:microsoft.com/office/officeart/2005/8/layout/default"/>
    <dgm:cxn modelId="{23EFF641-16DC-4638-A154-2C15F51B7801}" type="presParOf" srcId="{67063A74-5081-44FF-8775-5EB02292DA2D}" destId="{40CB95B8-C7CD-4965-9AEA-E3D77119FC5F}" srcOrd="10" destOrd="0" presId="urn:microsoft.com/office/officeart/2005/8/layout/default"/>
    <dgm:cxn modelId="{BF2C462F-FE96-45E3-9AA0-A8AB6281E634}" type="presParOf" srcId="{67063A74-5081-44FF-8775-5EB02292DA2D}" destId="{8492785B-2627-41FE-AB6A-55DEFB6B29F7}" srcOrd="11" destOrd="0" presId="urn:microsoft.com/office/officeart/2005/8/layout/default"/>
    <dgm:cxn modelId="{3F305386-E5F7-423B-B676-AC99C1465E80}" type="presParOf" srcId="{67063A74-5081-44FF-8775-5EB02292DA2D}" destId="{5A460CBF-A171-4067-A7B2-01036761554D}" srcOrd="12" destOrd="0" presId="urn:microsoft.com/office/officeart/2005/8/layout/default"/>
    <dgm:cxn modelId="{024088C4-3976-4E94-9156-8710184FE634}" type="presParOf" srcId="{67063A74-5081-44FF-8775-5EB02292DA2D}" destId="{BA6C0DD4-DFC3-4D74-B547-E78CB2998239}" srcOrd="13" destOrd="0" presId="urn:microsoft.com/office/officeart/2005/8/layout/default"/>
    <dgm:cxn modelId="{4C0ABF1F-F28C-4BFC-9B90-FAD1DC65DE4B}" type="presParOf" srcId="{67063A74-5081-44FF-8775-5EB02292DA2D}" destId="{53861BA0-1DFF-421C-AD96-3F07387F96BF}" srcOrd="14" destOrd="0" presId="urn:microsoft.com/office/officeart/2005/8/layout/default"/>
    <dgm:cxn modelId="{7136F0B1-DE92-4AE8-8A43-670289E6B541}" type="presParOf" srcId="{67063A74-5081-44FF-8775-5EB02292DA2D}" destId="{5AE4CDD9-438A-472A-8D6B-80D3A56474AC}" srcOrd="15" destOrd="0" presId="urn:microsoft.com/office/officeart/2005/8/layout/default"/>
    <dgm:cxn modelId="{AD631C8C-174D-4740-9F5C-CB7D9D1A0624}" type="presParOf" srcId="{67063A74-5081-44FF-8775-5EB02292DA2D}" destId="{26BECDFC-0791-454F-951B-8B4AF5CB7AD2}" srcOrd="16" destOrd="0" presId="urn:microsoft.com/office/officeart/2005/8/layout/default"/>
    <dgm:cxn modelId="{C32F29C2-F08D-498E-B8BB-FE1802BCDF43}" type="presParOf" srcId="{67063A74-5081-44FF-8775-5EB02292DA2D}" destId="{D23908BD-A15B-4CDB-8EA2-F742FEB61C1E}" srcOrd="17" destOrd="0" presId="urn:microsoft.com/office/officeart/2005/8/layout/default"/>
    <dgm:cxn modelId="{74B7409B-A151-4596-B5AC-B70BCFEE76FA}" type="presParOf" srcId="{67063A74-5081-44FF-8775-5EB02292DA2D}" destId="{F4AA9F35-287C-4C97-9DAA-B4D65A2C7C3C}" srcOrd="18" destOrd="0" presId="urn:microsoft.com/office/officeart/2005/8/layout/default"/>
    <dgm:cxn modelId="{B7EB91C2-CA43-40EA-9E1E-CFEFCF7DEFEB}" type="presParOf" srcId="{67063A74-5081-44FF-8775-5EB02292DA2D}" destId="{4DCCDAA4-D679-498F-A500-3F1D87599686}" srcOrd="19" destOrd="0" presId="urn:microsoft.com/office/officeart/2005/8/layout/default"/>
    <dgm:cxn modelId="{81BCFC37-ABB8-4EB1-8705-9F96D36270A4}" type="presParOf" srcId="{67063A74-5081-44FF-8775-5EB02292DA2D}" destId="{ECCA3487-EEF8-453F-8096-59CF6F2C653A}" srcOrd="20" destOrd="0" presId="urn:microsoft.com/office/officeart/2005/8/layout/default"/>
    <dgm:cxn modelId="{486C30E6-6F9C-486A-8D2D-3F53940D3540}" type="presParOf" srcId="{67063A74-5081-44FF-8775-5EB02292DA2D}" destId="{C957FC2E-9347-43F0-96AD-6B05FFCECA0A}" srcOrd="21" destOrd="0" presId="urn:microsoft.com/office/officeart/2005/8/layout/default"/>
    <dgm:cxn modelId="{AB0B5FF7-1139-4EAC-AC54-7146D64B24BB}" type="presParOf" srcId="{67063A74-5081-44FF-8775-5EB02292DA2D}" destId="{12F81A50-EF82-4E38-A3B4-C920A5A4891C}" srcOrd="2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5ED75B9-CC76-43D7-A482-690086FAA573}" type="doc">
      <dgm:prSet loTypeId="urn:microsoft.com/office/officeart/2008/layout/LinedList" loCatId="list" qsTypeId="urn:microsoft.com/office/officeart/2005/8/quickstyle/3d2#1" qsCatId="3D" csTypeId="urn:microsoft.com/office/officeart/2005/8/colors/colorful1#2" csCatId="colorful" phldr="1"/>
      <dgm:spPr/>
      <dgm:t>
        <a:bodyPr/>
        <a:lstStyle/>
        <a:p>
          <a:endParaRPr lang="en-US"/>
        </a:p>
      </dgm:t>
    </dgm:pt>
    <dgm:pt modelId="{9DB8E5CC-4183-4624-8267-A607788FF93A}">
      <dgm:prSet/>
      <dgm:spPr/>
      <dgm:t>
        <a:bodyPr/>
        <a:lstStyle/>
        <a:p>
          <a:r>
            <a:rPr lang="en-US" b="1" dirty="0"/>
            <a:t>• Unique combination</a:t>
          </a:r>
          <a:endParaRPr lang="en-US" dirty="0"/>
        </a:p>
      </dgm:t>
    </dgm:pt>
    <dgm:pt modelId="{20EA093F-E602-4641-8DD5-9C269350CEF7}" type="parTrans" cxnId="{A3553032-FF7E-4163-ADFC-D3B472A5B249}">
      <dgm:prSet/>
      <dgm:spPr/>
      <dgm:t>
        <a:bodyPr/>
        <a:lstStyle/>
        <a:p>
          <a:endParaRPr lang="en-US"/>
        </a:p>
      </dgm:t>
    </dgm:pt>
    <dgm:pt modelId="{C50671D1-51E5-4688-A128-9A70CFA89DD4}" type="sibTrans" cxnId="{A3553032-FF7E-4163-ADFC-D3B472A5B249}">
      <dgm:prSet/>
      <dgm:spPr/>
      <dgm:t>
        <a:bodyPr/>
        <a:lstStyle/>
        <a:p>
          <a:endParaRPr lang="en-US"/>
        </a:p>
      </dgm:t>
    </dgm:pt>
    <dgm:pt modelId="{D7D324A8-B3DB-4106-A3AD-638B4AC0C5ED}">
      <dgm:prSet/>
      <dgm:spPr/>
      <dgm:t>
        <a:bodyPr/>
        <a:lstStyle/>
        <a:p>
          <a:r>
            <a:rPr lang="en-US"/>
            <a:t>Reading, writing, and earning</a:t>
          </a:r>
        </a:p>
      </dgm:t>
    </dgm:pt>
    <dgm:pt modelId="{EC1FC5EF-A131-4CB9-BE6D-4742BD02C110}" type="parTrans" cxnId="{35AE8AD1-1C3B-460A-8D54-6DC3674E8602}">
      <dgm:prSet/>
      <dgm:spPr/>
      <dgm:t>
        <a:bodyPr/>
        <a:lstStyle/>
        <a:p>
          <a:endParaRPr lang="en-US"/>
        </a:p>
      </dgm:t>
    </dgm:pt>
    <dgm:pt modelId="{E2D274DE-F025-4035-BB69-6034A53837AD}" type="sibTrans" cxnId="{35AE8AD1-1C3B-460A-8D54-6DC3674E8602}">
      <dgm:prSet/>
      <dgm:spPr/>
      <dgm:t>
        <a:bodyPr/>
        <a:lstStyle/>
        <a:p>
          <a:endParaRPr lang="en-US"/>
        </a:p>
      </dgm:t>
    </dgm:pt>
    <dgm:pt modelId="{CC099736-2CD2-47C5-888E-B8D565432DA7}">
      <dgm:prSet/>
      <dgm:spPr/>
      <dgm:t>
        <a:bodyPr/>
        <a:lstStyle/>
        <a:p>
          <a:r>
            <a:rPr lang="en-US" b="1"/>
            <a:t>• Addresses real problems</a:t>
          </a:r>
          <a:endParaRPr lang="en-US"/>
        </a:p>
      </dgm:t>
    </dgm:pt>
    <dgm:pt modelId="{D1D398B7-C5CB-40AA-95ED-CEE51BD03627}" type="parTrans" cxnId="{275FD508-C58F-45BA-8A66-B8164CF1893D}">
      <dgm:prSet/>
      <dgm:spPr/>
      <dgm:t>
        <a:bodyPr/>
        <a:lstStyle/>
        <a:p>
          <a:endParaRPr lang="en-US"/>
        </a:p>
      </dgm:t>
    </dgm:pt>
    <dgm:pt modelId="{9E1BCE6B-45FA-4091-AC8C-958BE41B85A7}" type="sibTrans" cxnId="{275FD508-C58F-45BA-8A66-B8164CF1893D}">
      <dgm:prSet/>
      <dgm:spPr/>
      <dgm:t>
        <a:bodyPr/>
        <a:lstStyle/>
        <a:p>
          <a:endParaRPr lang="en-US"/>
        </a:p>
      </dgm:t>
    </dgm:pt>
    <dgm:pt modelId="{B529433C-D4B4-4CFB-AE22-0836A062007E}">
      <dgm:prSet/>
      <dgm:spPr/>
      <dgm:t>
        <a:bodyPr/>
        <a:lstStyle/>
        <a:p>
          <a:r>
            <a:rPr lang="en-US"/>
            <a:t>In digital publishing</a:t>
          </a:r>
        </a:p>
      </dgm:t>
    </dgm:pt>
    <dgm:pt modelId="{0926FBAB-BD89-4410-8664-417C89A3E905}" type="parTrans" cxnId="{F6502002-23C8-44A0-BD1B-A230BD39ABC4}">
      <dgm:prSet/>
      <dgm:spPr/>
      <dgm:t>
        <a:bodyPr/>
        <a:lstStyle/>
        <a:p>
          <a:endParaRPr lang="en-US"/>
        </a:p>
      </dgm:t>
    </dgm:pt>
    <dgm:pt modelId="{11514B6A-82F5-4BFB-8C0E-BD683F305BCE}" type="sibTrans" cxnId="{F6502002-23C8-44A0-BD1B-A230BD39ABC4}">
      <dgm:prSet/>
      <dgm:spPr/>
      <dgm:t>
        <a:bodyPr/>
        <a:lstStyle/>
        <a:p>
          <a:endParaRPr lang="en-US"/>
        </a:p>
      </dgm:t>
    </dgm:pt>
    <dgm:pt modelId="{44EE48D3-71C6-49DB-9059-AC000DC4FACB}">
      <dgm:prSet/>
      <dgm:spPr/>
      <dgm:t>
        <a:bodyPr/>
        <a:lstStyle/>
        <a:p>
          <a:r>
            <a:rPr lang="en-US" b="1"/>
            <a:t>• Supports education &amp; creativity</a:t>
          </a:r>
          <a:endParaRPr lang="en-US"/>
        </a:p>
      </dgm:t>
    </dgm:pt>
    <dgm:pt modelId="{490F0761-31FE-4C8A-ADB2-D288BBD94CDF}" type="parTrans" cxnId="{32175F19-D36B-4DBB-9D98-29BE87F87662}">
      <dgm:prSet/>
      <dgm:spPr/>
      <dgm:t>
        <a:bodyPr/>
        <a:lstStyle/>
        <a:p>
          <a:endParaRPr lang="en-US"/>
        </a:p>
      </dgm:t>
    </dgm:pt>
    <dgm:pt modelId="{235E4E0D-07EB-4296-ADDD-BE1F9C8C9BF5}" type="sibTrans" cxnId="{32175F19-D36B-4DBB-9D98-29BE87F87662}">
      <dgm:prSet/>
      <dgm:spPr/>
      <dgm:t>
        <a:bodyPr/>
        <a:lstStyle/>
        <a:p>
          <a:endParaRPr lang="en-US"/>
        </a:p>
      </dgm:t>
    </dgm:pt>
    <dgm:pt modelId="{D3288E7A-6EF5-478E-8D2D-2F9D297FD295}">
      <dgm:prSet/>
      <dgm:spPr/>
      <dgm:t>
        <a:bodyPr/>
        <a:lstStyle/>
        <a:p>
          <a:r>
            <a:rPr lang="en-US"/>
            <a:t>And entrepreneurship</a:t>
          </a:r>
        </a:p>
      </dgm:t>
    </dgm:pt>
    <dgm:pt modelId="{A6D8EEAB-88C9-4684-97E5-EC89DF4B7EB8}" type="parTrans" cxnId="{079E4CA7-9098-443D-A4E8-4473389ACFAD}">
      <dgm:prSet/>
      <dgm:spPr/>
      <dgm:t>
        <a:bodyPr/>
        <a:lstStyle/>
        <a:p>
          <a:endParaRPr lang="en-US"/>
        </a:p>
      </dgm:t>
    </dgm:pt>
    <dgm:pt modelId="{DE9AEC60-0686-4CBB-B180-4565C4B16BAE}" type="sibTrans" cxnId="{079E4CA7-9098-443D-A4E8-4473389ACFAD}">
      <dgm:prSet/>
      <dgm:spPr/>
      <dgm:t>
        <a:bodyPr/>
        <a:lstStyle/>
        <a:p>
          <a:endParaRPr lang="en-US"/>
        </a:p>
      </dgm:t>
    </dgm:pt>
    <dgm:pt modelId="{86E7EF01-451B-4073-B84C-8FD477A65836}">
      <dgm:prSet/>
      <dgm:spPr/>
      <dgm:t>
        <a:bodyPr/>
        <a:lstStyle/>
        <a:p>
          <a:endParaRPr lang="en-US" dirty="0"/>
        </a:p>
      </dgm:t>
    </dgm:pt>
    <dgm:pt modelId="{73CED77E-7EF1-4E8F-B598-F597D8CD40CB}" type="parTrans" cxnId="{B9750946-F4BF-4D2E-BE61-C5A65F8A4493}">
      <dgm:prSet/>
      <dgm:spPr/>
      <dgm:t>
        <a:bodyPr/>
        <a:lstStyle/>
        <a:p>
          <a:endParaRPr lang="en-US"/>
        </a:p>
      </dgm:t>
    </dgm:pt>
    <dgm:pt modelId="{9C1C1664-C6A8-4CC0-A9CA-996049D1282D}" type="sibTrans" cxnId="{B9750946-F4BF-4D2E-BE61-C5A65F8A4493}">
      <dgm:prSet/>
      <dgm:spPr/>
      <dgm:t>
        <a:bodyPr/>
        <a:lstStyle/>
        <a:p>
          <a:endParaRPr lang="en-US"/>
        </a:p>
      </dgm:t>
    </dgm:pt>
    <dgm:pt modelId="{CA965667-FB77-4E3C-8405-C38AF95B22A3}">
      <dgm:prSet/>
      <dgm:spPr/>
      <dgm:t>
        <a:bodyPr/>
        <a:lstStyle/>
        <a:p>
          <a:endParaRPr lang="en-US" dirty="0"/>
        </a:p>
      </dgm:t>
    </dgm:pt>
    <dgm:pt modelId="{A8B73D27-47D8-4E25-ADBF-DFF83BBD153C}" type="parTrans" cxnId="{21B38690-169B-480E-91D5-8C13B4B9BEC1}">
      <dgm:prSet/>
      <dgm:spPr/>
      <dgm:t>
        <a:bodyPr/>
        <a:lstStyle/>
        <a:p>
          <a:endParaRPr lang="en-US"/>
        </a:p>
      </dgm:t>
    </dgm:pt>
    <dgm:pt modelId="{EF74D57A-7033-47FA-A6A0-8491D04C3B87}" type="sibTrans" cxnId="{21B38690-169B-480E-91D5-8C13B4B9BEC1}">
      <dgm:prSet/>
      <dgm:spPr/>
      <dgm:t>
        <a:bodyPr/>
        <a:lstStyle/>
        <a:p>
          <a:endParaRPr lang="en-US"/>
        </a:p>
      </dgm:t>
    </dgm:pt>
    <dgm:pt modelId="{EA7ECA16-08A9-48F3-BDA2-CB518B42A68B}" type="pres">
      <dgm:prSet presAssocID="{15ED75B9-CC76-43D7-A482-690086FAA573}" presName="vert0" presStyleCnt="0">
        <dgm:presLayoutVars>
          <dgm:dir/>
          <dgm:animOne val="branch"/>
          <dgm:animLvl val="lvl"/>
        </dgm:presLayoutVars>
      </dgm:prSet>
      <dgm:spPr/>
    </dgm:pt>
    <dgm:pt modelId="{F821B5D1-5E92-4991-A418-2CBF32FB8BE9}" type="pres">
      <dgm:prSet presAssocID="{9DB8E5CC-4183-4624-8267-A607788FF93A}" presName="thickLine" presStyleLbl="alignNode1" presStyleIdx="0" presStyleCnt="8"/>
      <dgm:spPr/>
    </dgm:pt>
    <dgm:pt modelId="{4666D2AE-4050-48EF-950E-135BDB89B5D0}" type="pres">
      <dgm:prSet presAssocID="{9DB8E5CC-4183-4624-8267-A607788FF93A}" presName="horz1" presStyleCnt="0"/>
      <dgm:spPr/>
    </dgm:pt>
    <dgm:pt modelId="{676902A9-1BC6-45F3-8548-605DBBB50D16}" type="pres">
      <dgm:prSet presAssocID="{9DB8E5CC-4183-4624-8267-A607788FF93A}" presName="tx1" presStyleLbl="revTx" presStyleIdx="0" presStyleCnt="8"/>
      <dgm:spPr/>
    </dgm:pt>
    <dgm:pt modelId="{8B459CFA-6810-4C4B-809D-75747B8E5357}" type="pres">
      <dgm:prSet presAssocID="{9DB8E5CC-4183-4624-8267-A607788FF93A}" presName="vert1" presStyleCnt="0"/>
      <dgm:spPr/>
    </dgm:pt>
    <dgm:pt modelId="{9A621975-D7A6-4824-B25B-7B1B7B571BFA}" type="pres">
      <dgm:prSet presAssocID="{D7D324A8-B3DB-4106-A3AD-638B4AC0C5ED}" presName="thickLine" presStyleLbl="alignNode1" presStyleIdx="1" presStyleCnt="8"/>
      <dgm:spPr/>
    </dgm:pt>
    <dgm:pt modelId="{354B82F7-F451-43DF-91AC-706EF672566F}" type="pres">
      <dgm:prSet presAssocID="{D7D324A8-B3DB-4106-A3AD-638B4AC0C5ED}" presName="horz1" presStyleCnt="0"/>
      <dgm:spPr/>
    </dgm:pt>
    <dgm:pt modelId="{34D5CC0F-B4CD-4157-8248-7F2D9F7587DC}" type="pres">
      <dgm:prSet presAssocID="{D7D324A8-B3DB-4106-A3AD-638B4AC0C5ED}" presName="tx1" presStyleLbl="revTx" presStyleIdx="1" presStyleCnt="8"/>
      <dgm:spPr/>
    </dgm:pt>
    <dgm:pt modelId="{FA4E5BA7-DD2E-4C83-BD3B-E921435D593B}" type="pres">
      <dgm:prSet presAssocID="{D7D324A8-B3DB-4106-A3AD-638B4AC0C5ED}" presName="vert1" presStyleCnt="0"/>
      <dgm:spPr/>
    </dgm:pt>
    <dgm:pt modelId="{A0B22728-15BF-45BD-91D5-F0D47B594BCA}" type="pres">
      <dgm:prSet presAssocID="{CC099736-2CD2-47C5-888E-B8D565432DA7}" presName="thickLine" presStyleLbl="alignNode1" presStyleIdx="2" presStyleCnt="8"/>
      <dgm:spPr/>
    </dgm:pt>
    <dgm:pt modelId="{BE7AB2B1-166D-4548-9D81-6B1473F4A789}" type="pres">
      <dgm:prSet presAssocID="{CC099736-2CD2-47C5-888E-B8D565432DA7}" presName="horz1" presStyleCnt="0"/>
      <dgm:spPr/>
    </dgm:pt>
    <dgm:pt modelId="{F781E3F9-BFD8-49A2-9C89-E36E58D9D938}" type="pres">
      <dgm:prSet presAssocID="{CC099736-2CD2-47C5-888E-B8D565432DA7}" presName="tx1" presStyleLbl="revTx" presStyleIdx="2" presStyleCnt="8"/>
      <dgm:spPr/>
    </dgm:pt>
    <dgm:pt modelId="{468DE006-46E5-43E3-8D28-95ACB69AF3B1}" type="pres">
      <dgm:prSet presAssocID="{CC099736-2CD2-47C5-888E-B8D565432DA7}" presName="vert1" presStyleCnt="0"/>
      <dgm:spPr/>
    </dgm:pt>
    <dgm:pt modelId="{7765D9F8-8C0B-4EC0-81A1-96FF113B2BB3}" type="pres">
      <dgm:prSet presAssocID="{B529433C-D4B4-4CFB-AE22-0836A062007E}" presName="thickLine" presStyleLbl="alignNode1" presStyleIdx="3" presStyleCnt="8"/>
      <dgm:spPr/>
    </dgm:pt>
    <dgm:pt modelId="{F7A181C7-3694-4D9E-81A5-16F728B9233F}" type="pres">
      <dgm:prSet presAssocID="{B529433C-D4B4-4CFB-AE22-0836A062007E}" presName="horz1" presStyleCnt="0"/>
      <dgm:spPr/>
    </dgm:pt>
    <dgm:pt modelId="{70112A5F-83FC-4A32-ACA7-C7B96B9E1852}" type="pres">
      <dgm:prSet presAssocID="{B529433C-D4B4-4CFB-AE22-0836A062007E}" presName="tx1" presStyleLbl="revTx" presStyleIdx="3" presStyleCnt="8"/>
      <dgm:spPr/>
    </dgm:pt>
    <dgm:pt modelId="{CDD66088-AD07-4754-927E-8E1586802768}" type="pres">
      <dgm:prSet presAssocID="{B529433C-D4B4-4CFB-AE22-0836A062007E}" presName="vert1" presStyleCnt="0"/>
      <dgm:spPr/>
    </dgm:pt>
    <dgm:pt modelId="{7F4E2A55-1D43-4EC1-A115-F4D121FD30F7}" type="pres">
      <dgm:prSet presAssocID="{44EE48D3-71C6-49DB-9059-AC000DC4FACB}" presName="thickLine" presStyleLbl="alignNode1" presStyleIdx="4" presStyleCnt="8"/>
      <dgm:spPr/>
    </dgm:pt>
    <dgm:pt modelId="{EBA80DB4-BB21-4FF6-9D58-74D2619C7AA5}" type="pres">
      <dgm:prSet presAssocID="{44EE48D3-71C6-49DB-9059-AC000DC4FACB}" presName="horz1" presStyleCnt="0"/>
      <dgm:spPr/>
    </dgm:pt>
    <dgm:pt modelId="{7DF45702-B22C-448C-863D-5594C6E1AF7E}" type="pres">
      <dgm:prSet presAssocID="{44EE48D3-71C6-49DB-9059-AC000DC4FACB}" presName="tx1" presStyleLbl="revTx" presStyleIdx="4" presStyleCnt="8"/>
      <dgm:spPr/>
    </dgm:pt>
    <dgm:pt modelId="{73C8E9B2-49F2-45B2-AAE8-55794175D12C}" type="pres">
      <dgm:prSet presAssocID="{44EE48D3-71C6-49DB-9059-AC000DC4FACB}" presName="vert1" presStyleCnt="0"/>
      <dgm:spPr/>
    </dgm:pt>
    <dgm:pt modelId="{083BD9A7-A9CB-457E-ACCF-F42D82C0E787}" type="pres">
      <dgm:prSet presAssocID="{D3288E7A-6EF5-478E-8D2D-2F9D297FD295}" presName="thickLine" presStyleLbl="alignNode1" presStyleIdx="5" presStyleCnt="8"/>
      <dgm:spPr/>
    </dgm:pt>
    <dgm:pt modelId="{FD033EDA-FA76-4C79-9B7B-7D0BE45EEFCB}" type="pres">
      <dgm:prSet presAssocID="{D3288E7A-6EF5-478E-8D2D-2F9D297FD295}" presName="horz1" presStyleCnt="0"/>
      <dgm:spPr/>
    </dgm:pt>
    <dgm:pt modelId="{D5A03113-3A34-4B32-A944-07DA88E31C32}" type="pres">
      <dgm:prSet presAssocID="{D3288E7A-6EF5-478E-8D2D-2F9D297FD295}" presName="tx1" presStyleLbl="revTx" presStyleIdx="5" presStyleCnt="8"/>
      <dgm:spPr/>
    </dgm:pt>
    <dgm:pt modelId="{3FBB394A-564D-446D-8A5A-68E94D49CCE1}" type="pres">
      <dgm:prSet presAssocID="{D3288E7A-6EF5-478E-8D2D-2F9D297FD295}" presName="vert1" presStyleCnt="0"/>
      <dgm:spPr/>
    </dgm:pt>
    <dgm:pt modelId="{F1E2FD37-D124-4BD9-9F50-21232D1585D1}" type="pres">
      <dgm:prSet presAssocID="{86E7EF01-451B-4073-B84C-8FD477A65836}" presName="thickLine" presStyleLbl="alignNode1" presStyleIdx="6" presStyleCnt="8"/>
      <dgm:spPr/>
    </dgm:pt>
    <dgm:pt modelId="{49D7FF08-60DC-408F-A80C-012B75B90A7F}" type="pres">
      <dgm:prSet presAssocID="{86E7EF01-451B-4073-B84C-8FD477A65836}" presName="horz1" presStyleCnt="0"/>
      <dgm:spPr/>
    </dgm:pt>
    <dgm:pt modelId="{2ABE7A07-40B7-4AB7-891D-39B4090F081A}" type="pres">
      <dgm:prSet presAssocID="{86E7EF01-451B-4073-B84C-8FD477A65836}" presName="tx1" presStyleLbl="revTx" presStyleIdx="6" presStyleCnt="8"/>
      <dgm:spPr/>
    </dgm:pt>
    <dgm:pt modelId="{5C7B3A40-EF39-47AD-98B9-20D2A1126EB6}" type="pres">
      <dgm:prSet presAssocID="{86E7EF01-451B-4073-B84C-8FD477A65836}" presName="vert1" presStyleCnt="0"/>
      <dgm:spPr/>
    </dgm:pt>
    <dgm:pt modelId="{125F3D13-7647-48B5-8A0F-290C63B4C28C}" type="pres">
      <dgm:prSet presAssocID="{CA965667-FB77-4E3C-8405-C38AF95B22A3}" presName="thickLine" presStyleLbl="alignNode1" presStyleIdx="7" presStyleCnt="8"/>
      <dgm:spPr/>
    </dgm:pt>
    <dgm:pt modelId="{1EB1BC4D-878D-40F7-9636-89BD015C02C7}" type="pres">
      <dgm:prSet presAssocID="{CA965667-FB77-4E3C-8405-C38AF95B22A3}" presName="horz1" presStyleCnt="0"/>
      <dgm:spPr/>
    </dgm:pt>
    <dgm:pt modelId="{349D3336-5222-4E4B-AB15-D7E44F43A2DC}" type="pres">
      <dgm:prSet presAssocID="{CA965667-FB77-4E3C-8405-C38AF95B22A3}" presName="tx1" presStyleLbl="revTx" presStyleIdx="7" presStyleCnt="8"/>
      <dgm:spPr/>
    </dgm:pt>
    <dgm:pt modelId="{F8247EA7-AE30-4763-B552-F0F581F0DC45}" type="pres">
      <dgm:prSet presAssocID="{CA965667-FB77-4E3C-8405-C38AF95B22A3}" presName="vert1" presStyleCnt="0"/>
      <dgm:spPr/>
    </dgm:pt>
  </dgm:ptLst>
  <dgm:cxnLst>
    <dgm:cxn modelId="{F6502002-23C8-44A0-BD1B-A230BD39ABC4}" srcId="{15ED75B9-CC76-43D7-A482-690086FAA573}" destId="{B529433C-D4B4-4CFB-AE22-0836A062007E}" srcOrd="3" destOrd="0" parTransId="{0926FBAB-BD89-4410-8664-417C89A3E905}" sibTransId="{11514B6A-82F5-4BFB-8C0E-BD683F305BCE}"/>
    <dgm:cxn modelId="{275FD508-C58F-45BA-8A66-B8164CF1893D}" srcId="{15ED75B9-CC76-43D7-A482-690086FAA573}" destId="{CC099736-2CD2-47C5-888E-B8D565432DA7}" srcOrd="2" destOrd="0" parTransId="{D1D398B7-C5CB-40AA-95ED-CEE51BD03627}" sibTransId="{9E1BCE6B-45FA-4091-AC8C-958BE41B85A7}"/>
    <dgm:cxn modelId="{32175F19-D36B-4DBB-9D98-29BE87F87662}" srcId="{15ED75B9-CC76-43D7-A482-690086FAA573}" destId="{44EE48D3-71C6-49DB-9059-AC000DC4FACB}" srcOrd="4" destOrd="0" parTransId="{490F0761-31FE-4C8A-ADB2-D288BBD94CDF}" sibTransId="{235E4E0D-07EB-4296-ADDD-BE1F9C8C9BF5}"/>
    <dgm:cxn modelId="{A3553032-FF7E-4163-ADFC-D3B472A5B249}" srcId="{15ED75B9-CC76-43D7-A482-690086FAA573}" destId="{9DB8E5CC-4183-4624-8267-A607788FF93A}" srcOrd="0" destOrd="0" parTransId="{20EA093F-E602-4641-8DD5-9C269350CEF7}" sibTransId="{C50671D1-51E5-4688-A128-9A70CFA89DD4}"/>
    <dgm:cxn modelId="{46F9E135-FC3C-4A02-9E5D-E9D051092C72}" type="presOf" srcId="{D7D324A8-B3DB-4106-A3AD-638B4AC0C5ED}" destId="{34D5CC0F-B4CD-4157-8248-7F2D9F7587DC}" srcOrd="0" destOrd="0" presId="urn:microsoft.com/office/officeart/2008/layout/LinedList"/>
    <dgm:cxn modelId="{B9750946-F4BF-4D2E-BE61-C5A65F8A4493}" srcId="{15ED75B9-CC76-43D7-A482-690086FAA573}" destId="{86E7EF01-451B-4073-B84C-8FD477A65836}" srcOrd="6" destOrd="0" parTransId="{73CED77E-7EF1-4E8F-B598-F597D8CD40CB}" sibTransId="{9C1C1664-C6A8-4CC0-A9CA-996049D1282D}"/>
    <dgm:cxn modelId="{ECE87F52-F207-466D-AA35-EB296D497917}" type="presOf" srcId="{CA965667-FB77-4E3C-8405-C38AF95B22A3}" destId="{349D3336-5222-4E4B-AB15-D7E44F43A2DC}" srcOrd="0" destOrd="0" presId="urn:microsoft.com/office/officeart/2008/layout/LinedList"/>
    <dgm:cxn modelId="{87425558-1251-4BE5-AB34-C6E5D374F38D}" type="presOf" srcId="{9DB8E5CC-4183-4624-8267-A607788FF93A}" destId="{676902A9-1BC6-45F3-8548-605DBBB50D16}" srcOrd="0" destOrd="0" presId="urn:microsoft.com/office/officeart/2008/layout/LinedList"/>
    <dgm:cxn modelId="{28B7D37D-45EB-4BF6-AF51-4463DF948CC9}" type="presOf" srcId="{B529433C-D4B4-4CFB-AE22-0836A062007E}" destId="{70112A5F-83FC-4A32-ACA7-C7B96B9E1852}" srcOrd="0" destOrd="0" presId="urn:microsoft.com/office/officeart/2008/layout/LinedList"/>
    <dgm:cxn modelId="{DA4B5C84-5FF8-444C-987F-B70F07ABBAAB}" type="presOf" srcId="{86E7EF01-451B-4073-B84C-8FD477A65836}" destId="{2ABE7A07-40B7-4AB7-891D-39B4090F081A}" srcOrd="0" destOrd="0" presId="urn:microsoft.com/office/officeart/2008/layout/LinedList"/>
    <dgm:cxn modelId="{21B38690-169B-480E-91D5-8C13B4B9BEC1}" srcId="{15ED75B9-CC76-43D7-A482-690086FAA573}" destId="{CA965667-FB77-4E3C-8405-C38AF95B22A3}" srcOrd="7" destOrd="0" parTransId="{A8B73D27-47D8-4E25-ADBF-DFF83BBD153C}" sibTransId="{EF74D57A-7033-47FA-A6A0-8491D04C3B87}"/>
    <dgm:cxn modelId="{02347693-054B-44A6-8A7F-0E25F8E62F17}" type="presOf" srcId="{D3288E7A-6EF5-478E-8D2D-2F9D297FD295}" destId="{D5A03113-3A34-4B32-A944-07DA88E31C32}" srcOrd="0" destOrd="0" presId="urn:microsoft.com/office/officeart/2008/layout/LinedList"/>
    <dgm:cxn modelId="{079E4CA7-9098-443D-A4E8-4473389ACFAD}" srcId="{15ED75B9-CC76-43D7-A482-690086FAA573}" destId="{D3288E7A-6EF5-478E-8D2D-2F9D297FD295}" srcOrd="5" destOrd="0" parTransId="{A6D8EEAB-88C9-4684-97E5-EC89DF4B7EB8}" sibTransId="{DE9AEC60-0686-4CBB-B180-4565C4B16BAE}"/>
    <dgm:cxn modelId="{2C665BAA-9C12-44B2-AA7F-A049D6A968F3}" type="presOf" srcId="{44EE48D3-71C6-49DB-9059-AC000DC4FACB}" destId="{7DF45702-B22C-448C-863D-5594C6E1AF7E}" srcOrd="0" destOrd="0" presId="urn:microsoft.com/office/officeart/2008/layout/LinedList"/>
    <dgm:cxn modelId="{3257FEBC-75B1-474E-8253-B8B2D8FDC7DB}" type="presOf" srcId="{CC099736-2CD2-47C5-888E-B8D565432DA7}" destId="{F781E3F9-BFD8-49A2-9C89-E36E58D9D938}" srcOrd="0" destOrd="0" presId="urn:microsoft.com/office/officeart/2008/layout/LinedList"/>
    <dgm:cxn modelId="{35AE8AD1-1C3B-460A-8D54-6DC3674E8602}" srcId="{15ED75B9-CC76-43D7-A482-690086FAA573}" destId="{D7D324A8-B3DB-4106-A3AD-638B4AC0C5ED}" srcOrd="1" destOrd="0" parTransId="{EC1FC5EF-A131-4CB9-BE6D-4742BD02C110}" sibTransId="{E2D274DE-F025-4035-BB69-6034A53837AD}"/>
    <dgm:cxn modelId="{BBA8C0EA-651B-4412-B763-FB84CB7D540B}" type="presOf" srcId="{15ED75B9-CC76-43D7-A482-690086FAA573}" destId="{EA7ECA16-08A9-48F3-BDA2-CB518B42A68B}" srcOrd="0" destOrd="0" presId="urn:microsoft.com/office/officeart/2008/layout/LinedList"/>
    <dgm:cxn modelId="{FA414CB5-4A84-401C-B875-119F913D846B}" type="presParOf" srcId="{EA7ECA16-08A9-48F3-BDA2-CB518B42A68B}" destId="{F821B5D1-5E92-4991-A418-2CBF32FB8BE9}" srcOrd="0" destOrd="0" presId="urn:microsoft.com/office/officeart/2008/layout/LinedList"/>
    <dgm:cxn modelId="{BE107F20-E3F0-49CB-AAFA-98F114BD7F7B}" type="presParOf" srcId="{EA7ECA16-08A9-48F3-BDA2-CB518B42A68B}" destId="{4666D2AE-4050-48EF-950E-135BDB89B5D0}" srcOrd="1" destOrd="0" presId="urn:microsoft.com/office/officeart/2008/layout/LinedList"/>
    <dgm:cxn modelId="{5401E6FB-CD3E-4A92-A0F8-7A5BECDD9D21}" type="presParOf" srcId="{4666D2AE-4050-48EF-950E-135BDB89B5D0}" destId="{676902A9-1BC6-45F3-8548-605DBBB50D16}" srcOrd="0" destOrd="0" presId="urn:microsoft.com/office/officeart/2008/layout/LinedList"/>
    <dgm:cxn modelId="{A23ABF11-5534-47E3-A0BC-9A9A033119D6}" type="presParOf" srcId="{4666D2AE-4050-48EF-950E-135BDB89B5D0}" destId="{8B459CFA-6810-4C4B-809D-75747B8E5357}" srcOrd="1" destOrd="0" presId="urn:microsoft.com/office/officeart/2008/layout/LinedList"/>
    <dgm:cxn modelId="{A39AA878-A4FA-4BE4-87C1-A6CEFDA07D81}" type="presParOf" srcId="{EA7ECA16-08A9-48F3-BDA2-CB518B42A68B}" destId="{9A621975-D7A6-4824-B25B-7B1B7B571BFA}" srcOrd="2" destOrd="0" presId="urn:microsoft.com/office/officeart/2008/layout/LinedList"/>
    <dgm:cxn modelId="{06D28B4D-5A32-47EB-B4BF-3588DBF15BEC}" type="presParOf" srcId="{EA7ECA16-08A9-48F3-BDA2-CB518B42A68B}" destId="{354B82F7-F451-43DF-91AC-706EF672566F}" srcOrd="3" destOrd="0" presId="urn:microsoft.com/office/officeart/2008/layout/LinedList"/>
    <dgm:cxn modelId="{9BEBC20C-E36C-42C3-8839-A1FE1A2AC61F}" type="presParOf" srcId="{354B82F7-F451-43DF-91AC-706EF672566F}" destId="{34D5CC0F-B4CD-4157-8248-7F2D9F7587DC}" srcOrd="0" destOrd="0" presId="urn:microsoft.com/office/officeart/2008/layout/LinedList"/>
    <dgm:cxn modelId="{91495D85-797E-46D3-806F-AB4F46F26A23}" type="presParOf" srcId="{354B82F7-F451-43DF-91AC-706EF672566F}" destId="{FA4E5BA7-DD2E-4C83-BD3B-E921435D593B}" srcOrd="1" destOrd="0" presId="urn:microsoft.com/office/officeart/2008/layout/LinedList"/>
    <dgm:cxn modelId="{0E367A3C-9568-42C7-9D1B-BF1A3CDE1762}" type="presParOf" srcId="{EA7ECA16-08A9-48F3-BDA2-CB518B42A68B}" destId="{A0B22728-15BF-45BD-91D5-F0D47B594BCA}" srcOrd="4" destOrd="0" presId="urn:microsoft.com/office/officeart/2008/layout/LinedList"/>
    <dgm:cxn modelId="{87FC87C8-FD03-49AF-84E6-4E87BF4533A1}" type="presParOf" srcId="{EA7ECA16-08A9-48F3-BDA2-CB518B42A68B}" destId="{BE7AB2B1-166D-4548-9D81-6B1473F4A789}" srcOrd="5" destOrd="0" presId="urn:microsoft.com/office/officeart/2008/layout/LinedList"/>
    <dgm:cxn modelId="{455B1766-B562-4D11-8536-0FC9557C0153}" type="presParOf" srcId="{BE7AB2B1-166D-4548-9D81-6B1473F4A789}" destId="{F781E3F9-BFD8-49A2-9C89-E36E58D9D938}" srcOrd="0" destOrd="0" presId="urn:microsoft.com/office/officeart/2008/layout/LinedList"/>
    <dgm:cxn modelId="{31A74D12-464D-4327-9BC2-5088301C86F9}" type="presParOf" srcId="{BE7AB2B1-166D-4548-9D81-6B1473F4A789}" destId="{468DE006-46E5-43E3-8D28-95ACB69AF3B1}" srcOrd="1" destOrd="0" presId="urn:microsoft.com/office/officeart/2008/layout/LinedList"/>
    <dgm:cxn modelId="{275E69C0-724C-4FF7-8482-14C2ADC978C2}" type="presParOf" srcId="{EA7ECA16-08A9-48F3-BDA2-CB518B42A68B}" destId="{7765D9F8-8C0B-4EC0-81A1-96FF113B2BB3}" srcOrd="6" destOrd="0" presId="urn:microsoft.com/office/officeart/2008/layout/LinedList"/>
    <dgm:cxn modelId="{D1FB1639-7B57-4619-A20D-A31853B140B7}" type="presParOf" srcId="{EA7ECA16-08A9-48F3-BDA2-CB518B42A68B}" destId="{F7A181C7-3694-4D9E-81A5-16F728B9233F}" srcOrd="7" destOrd="0" presId="urn:microsoft.com/office/officeart/2008/layout/LinedList"/>
    <dgm:cxn modelId="{CD2B8C3C-1341-4CE8-A2ED-0083F83617B7}" type="presParOf" srcId="{F7A181C7-3694-4D9E-81A5-16F728B9233F}" destId="{70112A5F-83FC-4A32-ACA7-C7B96B9E1852}" srcOrd="0" destOrd="0" presId="urn:microsoft.com/office/officeart/2008/layout/LinedList"/>
    <dgm:cxn modelId="{0AE89DF3-3ADB-46E9-8059-4F2564E6724B}" type="presParOf" srcId="{F7A181C7-3694-4D9E-81A5-16F728B9233F}" destId="{CDD66088-AD07-4754-927E-8E1586802768}" srcOrd="1" destOrd="0" presId="urn:microsoft.com/office/officeart/2008/layout/LinedList"/>
    <dgm:cxn modelId="{69E68E26-AD2A-4BEB-B964-68FA6F5FB8C8}" type="presParOf" srcId="{EA7ECA16-08A9-48F3-BDA2-CB518B42A68B}" destId="{7F4E2A55-1D43-4EC1-A115-F4D121FD30F7}" srcOrd="8" destOrd="0" presId="urn:microsoft.com/office/officeart/2008/layout/LinedList"/>
    <dgm:cxn modelId="{C3E73055-5037-4C05-9B04-499B035853B5}" type="presParOf" srcId="{EA7ECA16-08A9-48F3-BDA2-CB518B42A68B}" destId="{EBA80DB4-BB21-4FF6-9D58-74D2619C7AA5}" srcOrd="9" destOrd="0" presId="urn:microsoft.com/office/officeart/2008/layout/LinedList"/>
    <dgm:cxn modelId="{BE10E29B-BABC-48D4-8AE5-9DAF3DBB6C53}" type="presParOf" srcId="{EBA80DB4-BB21-4FF6-9D58-74D2619C7AA5}" destId="{7DF45702-B22C-448C-863D-5594C6E1AF7E}" srcOrd="0" destOrd="0" presId="urn:microsoft.com/office/officeart/2008/layout/LinedList"/>
    <dgm:cxn modelId="{6DC8DB22-609C-4939-8FE6-85F00C7CCC58}" type="presParOf" srcId="{EBA80DB4-BB21-4FF6-9D58-74D2619C7AA5}" destId="{73C8E9B2-49F2-45B2-AAE8-55794175D12C}" srcOrd="1" destOrd="0" presId="urn:microsoft.com/office/officeart/2008/layout/LinedList"/>
    <dgm:cxn modelId="{BF5F9787-EB17-452D-9935-41C9F41B6452}" type="presParOf" srcId="{EA7ECA16-08A9-48F3-BDA2-CB518B42A68B}" destId="{083BD9A7-A9CB-457E-ACCF-F42D82C0E787}" srcOrd="10" destOrd="0" presId="urn:microsoft.com/office/officeart/2008/layout/LinedList"/>
    <dgm:cxn modelId="{287B503B-31F8-4983-9AF2-FF959295C732}" type="presParOf" srcId="{EA7ECA16-08A9-48F3-BDA2-CB518B42A68B}" destId="{FD033EDA-FA76-4C79-9B7B-7D0BE45EEFCB}" srcOrd="11" destOrd="0" presId="urn:microsoft.com/office/officeart/2008/layout/LinedList"/>
    <dgm:cxn modelId="{A12ADF50-3F48-42B9-8004-A85B3F10FE37}" type="presParOf" srcId="{FD033EDA-FA76-4C79-9B7B-7D0BE45EEFCB}" destId="{D5A03113-3A34-4B32-A944-07DA88E31C32}" srcOrd="0" destOrd="0" presId="urn:microsoft.com/office/officeart/2008/layout/LinedList"/>
    <dgm:cxn modelId="{44062707-9BE5-46DB-AF93-7976AA381911}" type="presParOf" srcId="{FD033EDA-FA76-4C79-9B7B-7D0BE45EEFCB}" destId="{3FBB394A-564D-446D-8A5A-68E94D49CCE1}" srcOrd="1" destOrd="0" presId="urn:microsoft.com/office/officeart/2008/layout/LinedList"/>
    <dgm:cxn modelId="{E09B3DA6-66CA-4C71-A98D-8D4F5C1E62B0}" type="presParOf" srcId="{EA7ECA16-08A9-48F3-BDA2-CB518B42A68B}" destId="{F1E2FD37-D124-4BD9-9F50-21232D1585D1}" srcOrd="12" destOrd="0" presId="urn:microsoft.com/office/officeart/2008/layout/LinedList"/>
    <dgm:cxn modelId="{A10FAFF3-65A8-43D7-AE63-47B9B3F720E5}" type="presParOf" srcId="{EA7ECA16-08A9-48F3-BDA2-CB518B42A68B}" destId="{49D7FF08-60DC-408F-A80C-012B75B90A7F}" srcOrd="13" destOrd="0" presId="urn:microsoft.com/office/officeart/2008/layout/LinedList"/>
    <dgm:cxn modelId="{C080E60C-6809-48E5-8131-A3E251C5623D}" type="presParOf" srcId="{49D7FF08-60DC-408F-A80C-012B75B90A7F}" destId="{2ABE7A07-40B7-4AB7-891D-39B4090F081A}" srcOrd="0" destOrd="0" presId="urn:microsoft.com/office/officeart/2008/layout/LinedList"/>
    <dgm:cxn modelId="{0E087B55-D5E0-424C-8A23-4375DF14B4AE}" type="presParOf" srcId="{49D7FF08-60DC-408F-A80C-012B75B90A7F}" destId="{5C7B3A40-EF39-47AD-98B9-20D2A1126EB6}" srcOrd="1" destOrd="0" presId="urn:microsoft.com/office/officeart/2008/layout/LinedList"/>
    <dgm:cxn modelId="{0696D57C-5013-448A-B3F2-9F544BB7AFF1}" type="presParOf" srcId="{EA7ECA16-08A9-48F3-BDA2-CB518B42A68B}" destId="{125F3D13-7647-48B5-8A0F-290C63B4C28C}" srcOrd="14" destOrd="0" presId="urn:microsoft.com/office/officeart/2008/layout/LinedList"/>
    <dgm:cxn modelId="{D1CB738D-19E0-4B9E-9A11-9C0A6E74A472}" type="presParOf" srcId="{EA7ECA16-08A9-48F3-BDA2-CB518B42A68B}" destId="{1EB1BC4D-878D-40F7-9636-89BD015C02C7}" srcOrd="15" destOrd="0" presId="urn:microsoft.com/office/officeart/2008/layout/LinedList"/>
    <dgm:cxn modelId="{7FB445D4-2F72-45EF-A3DD-54D94061AE67}" type="presParOf" srcId="{1EB1BC4D-878D-40F7-9636-89BD015C02C7}" destId="{349D3336-5222-4E4B-AB15-D7E44F43A2DC}" srcOrd="0" destOrd="0" presId="urn:microsoft.com/office/officeart/2008/layout/LinedList"/>
    <dgm:cxn modelId="{7A8B651A-8C37-4FAD-A7D9-F40AC9C53F0F}" type="presParOf" srcId="{1EB1BC4D-878D-40F7-9636-89BD015C02C7}" destId="{F8247EA7-AE30-4763-B552-F0F581F0DC45}"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FB5731-E16E-4F68-BDA1-525C971CEB0E}">
      <dsp:nvSpPr>
        <dsp:cNvPr id="0" name=""/>
        <dsp:cNvSpPr/>
      </dsp:nvSpPr>
      <dsp:spPr>
        <a:xfrm>
          <a:off x="135764" y="1832"/>
          <a:ext cx="1842870" cy="110572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b="1" kern="1200"/>
            <a:t>• Frontend</a:t>
          </a:r>
          <a:endParaRPr lang="en-US" sz="1600" kern="1200"/>
        </a:p>
      </dsp:txBody>
      <dsp:txXfrm>
        <a:off x="135764" y="1832"/>
        <a:ext cx="1842870" cy="1105722"/>
      </dsp:txXfrm>
    </dsp:sp>
    <dsp:sp modelId="{AD03AC90-1534-4688-9D6A-9B78E3C24481}">
      <dsp:nvSpPr>
        <dsp:cNvPr id="0" name=""/>
        <dsp:cNvSpPr/>
      </dsp:nvSpPr>
      <dsp:spPr>
        <a:xfrm>
          <a:off x="2162921" y="1832"/>
          <a:ext cx="1842870" cy="1105722"/>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kern="1200"/>
            <a:t>HTML, CSS, JavaScript, React for smooth UI</a:t>
          </a:r>
          <a:endParaRPr lang="en-US" sz="1600" kern="1200"/>
        </a:p>
      </dsp:txBody>
      <dsp:txXfrm>
        <a:off x="2162921" y="1832"/>
        <a:ext cx="1842870" cy="1105722"/>
      </dsp:txXfrm>
    </dsp:sp>
    <dsp:sp modelId="{2EA2379F-CF0F-4C32-9432-BEE71882B41B}">
      <dsp:nvSpPr>
        <dsp:cNvPr id="0" name=""/>
        <dsp:cNvSpPr/>
      </dsp:nvSpPr>
      <dsp:spPr>
        <a:xfrm>
          <a:off x="4190079" y="1832"/>
          <a:ext cx="1842870" cy="1105722"/>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b="1" kern="1200"/>
            <a:t>• Backend</a:t>
          </a:r>
          <a:endParaRPr lang="en-US" sz="1600" kern="1200"/>
        </a:p>
      </dsp:txBody>
      <dsp:txXfrm>
        <a:off x="4190079" y="1832"/>
        <a:ext cx="1842870" cy="1105722"/>
      </dsp:txXfrm>
    </dsp:sp>
    <dsp:sp modelId="{05424157-5E8B-4934-AD2E-AC919F3E050F}">
      <dsp:nvSpPr>
        <dsp:cNvPr id="0" name=""/>
        <dsp:cNvSpPr/>
      </dsp:nvSpPr>
      <dsp:spPr>
        <a:xfrm>
          <a:off x="6217236" y="1832"/>
          <a:ext cx="1842870" cy="1105722"/>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kern="1200" dirty="0"/>
            <a:t>PHP or Node.js with Express for server operations</a:t>
          </a:r>
          <a:endParaRPr lang="en-US" sz="1600" kern="1200" dirty="0"/>
        </a:p>
      </dsp:txBody>
      <dsp:txXfrm>
        <a:off x="6217236" y="1832"/>
        <a:ext cx="1842870" cy="1105722"/>
      </dsp:txXfrm>
    </dsp:sp>
    <dsp:sp modelId="{A1118D40-BFA4-4B2C-8125-A3266EE55ED5}">
      <dsp:nvSpPr>
        <dsp:cNvPr id="0" name=""/>
        <dsp:cNvSpPr/>
      </dsp:nvSpPr>
      <dsp:spPr>
        <a:xfrm>
          <a:off x="135764" y="1291841"/>
          <a:ext cx="1842870" cy="1105722"/>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b="1" kern="1200"/>
            <a:t>• Database</a:t>
          </a:r>
          <a:endParaRPr lang="en-US" sz="1600" kern="1200"/>
        </a:p>
      </dsp:txBody>
      <dsp:txXfrm>
        <a:off x="135764" y="1291841"/>
        <a:ext cx="1842870" cy="1105722"/>
      </dsp:txXfrm>
    </dsp:sp>
    <dsp:sp modelId="{40CB95B8-C7CD-4965-9AEA-E3D77119FC5F}">
      <dsp:nvSpPr>
        <dsp:cNvPr id="0" name=""/>
        <dsp:cNvSpPr/>
      </dsp:nvSpPr>
      <dsp:spPr>
        <a:xfrm>
          <a:off x="2162921" y="1291841"/>
          <a:ext cx="1842870" cy="110572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kern="1200"/>
            <a:t>MySQL or MongoDB to store user data, book info, and transactions</a:t>
          </a:r>
          <a:endParaRPr lang="en-US" sz="1600" kern="1200"/>
        </a:p>
      </dsp:txBody>
      <dsp:txXfrm>
        <a:off x="2162921" y="1291841"/>
        <a:ext cx="1842870" cy="1105722"/>
      </dsp:txXfrm>
    </dsp:sp>
    <dsp:sp modelId="{5A460CBF-A171-4067-A7B2-01036761554D}">
      <dsp:nvSpPr>
        <dsp:cNvPr id="0" name=""/>
        <dsp:cNvSpPr/>
      </dsp:nvSpPr>
      <dsp:spPr>
        <a:xfrm>
          <a:off x="4190079" y="1291841"/>
          <a:ext cx="1842870" cy="1105722"/>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b="1" kern="1200"/>
            <a:t>• Cloud Storage</a:t>
          </a:r>
          <a:endParaRPr lang="en-US" sz="1600" kern="1200"/>
        </a:p>
      </dsp:txBody>
      <dsp:txXfrm>
        <a:off x="4190079" y="1291841"/>
        <a:ext cx="1842870" cy="1105722"/>
      </dsp:txXfrm>
    </dsp:sp>
    <dsp:sp modelId="{53861BA0-1DFF-421C-AD96-3F07387F96BF}">
      <dsp:nvSpPr>
        <dsp:cNvPr id="0" name=""/>
        <dsp:cNvSpPr/>
      </dsp:nvSpPr>
      <dsp:spPr>
        <a:xfrm>
          <a:off x="6217236" y="1291841"/>
          <a:ext cx="1842870" cy="1105722"/>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kern="1200" dirty="0"/>
            <a:t>AWS or Google Cloud for hosting e-book files securely</a:t>
          </a:r>
          <a:endParaRPr lang="en-US" sz="1600" kern="1200" dirty="0"/>
        </a:p>
      </dsp:txBody>
      <dsp:txXfrm>
        <a:off x="6217236" y="1291841"/>
        <a:ext cx="1842870" cy="1105722"/>
      </dsp:txXfrm>
    </dsp:sp>
    <dsp:sp modelId="{26BECDFC-0791-454F-951B-8B4AF5CB7AD2}">
      <dsp:nvSpPr>
        <dsp:cNvPr id="0" name=""/>
        <dsp:cNvSpPr/>
      </dsp:nvSpPr>
      <dsp:spPr>
        <a:xfrm>
          <a:off x="135764" y="2581850"/>
          <a:ext cx="1842870" cy="1105722"/>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b="1" kern="1200"/>
            <a:t>• AI Tools</a:t>
          </a:r>
          <a:endParaRPr lang="en-US" sz="1600" kern="1200"/>
        </a:p>
      </dsp:txBody>
      <dsp:txXfrm>
        <a:off x="135764" y="2581850"/>
        <a:ext cx="1842870" cy="1105722"/>
      </dsp:txXfrm>
    </dsp:sp>
    <dsp:sp modelId="{F4AA9F35-287C-4C97-9DAA-B4D65A2C7C3C}">
      <dsp:nvSpPr>
        <dsp:cNvPr id="0" name=""/>
        <dsp:cNvSpPr/>
      </dsp:nvSpPr>
      <dsp:spPr>
        <a:xfrm>
          <a:off x="2162921" y="2581850"/>
          <a:ext cx="1842870" cy="1105722"/>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kern="1200"/>
            <a:t>API integration for grammar, plagiarism check, and writing suggestions</a:t>
          </a:r>
          <a:endParaRPr lang="en-US" sz="1600" kern="1200"/>
        </a:p>
      </dsp:txBody>
      <dsp:txXfrm>
        <a:off x="2162921" y="2581850"/>
        <a:ext cx="1842870" cy="1105722"/>
      </dsp:txXfrm>
    </dsp:sp>
    <dsp:sp modelId="{ECCA3487-EEF8-453F-8096-59CF6F2C653A}">
      <dsp:nvSpPr>
        <dsp:cNvPr id="0" name=""/>
        <dsp:cNvSpPr/>
      </dsp:nvSpPr>
      <dsp:spPr>
        <a:xfrm>
          <a:off x="4190079" y="2581850"/>
          <a:ext cx="1842870" cy="110572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b="1" kern="1200"/>
            <a:t>• Security</a:t>
          </a:r>
          <a:endParaRPr lang="en-US" sz="1600" kern="1200"/>
        </a:p>
      </dsp:txBody>
      <dsp:txXfrm>
        <a:off x="4190079" y="2581850"/>
        <a:ext cx="1842870" cy="1105722"/>
      </dsp:txXfrm>
    </dsp:sp>
    <dsp:sp modelId="{12F81A50-EF82-4E38-A3B4-C920A5A4891C}">
      <dsp:nvSpPr>
        <dsp:cNvPr id="0" name=""/>
        <dsp:cNvSpPr/>
      </dsp:nvSpPr>
      <dsp:spPr>
        <a:xfrm>
          <a:off x="6217236" y="2581850"/>
          <a:ext cx="1842870" cy="1105722"/>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kern="1200"/>
            <a:t>User authentication, encrypted payments, secure file handling</a:t>
          </a:r>
          <a:endParaRPr lang="en-US" sz="1600" kern="1200"/>
        </a:p>
      </dsp:txBody>
      <dsp:txXfrm>
        <a:off x="6217236" y="2581850"/>
        <a:ext cx="1842870" cy="110572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21B5D1-5E92-4991-A418-2CBF32FB8BE9}">
      <dsp:nvSpPr>
        <dsp:cNvPr id="0" name=""/>
        <dsp:cNvSpPr/>
      </dsp:nvSpPr>
      <dsp:spPr>
        <a:xfrm>
          <a:off x="0" y="0"/>
          <a:ext cx="5019610"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676902A9-1BC6-45F3-8548-605DBBB50D16}">
      <dsp:nvSpPr>
        <dsp:cNvPr id="0" name=""/>
        <dsp:cNvSpPr/>
      </dsp:nvSpPr>
      <dsp:spPr>
        <a:xfrm>
          <a:off x="0" y="0"/>
          <a:ext cx="5019610" cy="4657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b="1" kern="1200" dirty="0"/>
            <a:t>• Unique combination</a:t>
          </a:r>
          <a:endParaRPr lang="en-US" sz="2100" kern="1200" dirty="0"/>
        </a:p>
      </dsp:txBody>
      <dsp:txXfrm>
        <a:off x="0" y="0"/>
        <a:ext cx="5019610" cy="465738"/>
      </dsp:txXfrm>
    </dsp:sp>
    <dsp:sp modelId="{9A621975-D7A6-4824-B25B-7B1B7B571BFA}">
      <dsp:nvSpPr>
        <dsp:cNvPr id="0" name=""/>
        <dsp:cNvSpPr/>
      </dsp:nvSpPr>
      <dsp:spPr>
        <a:xfrm>
          <a:off x="0" y="465738"/>
          <a:ext cx="5019610" cy="0"/>
        </a:xfrm>
        <a:prstGeom prst="lin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34D5CC0F-B4CD-4157-8248-7F2D9F7587DC}">
      <dsp:nvSpPr>
        <dsp:cNvPr id="0" name=""/>
        <dsp:cNvSpPr/>
      </dsp:nvSpPr>
      <dsp:spPr>
        <a:xfrm>
          <a:off x="0" y="465738"/>
          <a:ext cx="5019610" cy="4657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Reading, writing, and earning</a:t>
          </a:r>
        </a:p>
      </dsp:txBody>
      <dsp:txXfrm>
        <a:off x="0" y="465738"/>
        <a:ext cx="5019610" cy="465738"/>
      </dsp:txXfrm>
    </dsp:sp>
    <dsp:sp modelId="{A0B22728-15BF-45BD-91D5-F0D47B594BCA}">
      <dsp:nvSpPr>
        <dsp:cNvPr id="0" name=""/>
        <dsp:cNvSpPr/>
      </dsp:nvSpPr>
      <dsp:spPr>
        <a:xfrm>
          <a:off x="0" y="931477"/>
          <a:ext cx="5019610" cy="0"/>
        </a:xfrm>
        <a:prstGeom prst="line">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F781E3F9-BFD8-49A2-9C89-E36E58D9D938}">
      <dsp:nvSpPr>
        <dsp:cNvPr id="0" name=""/>
        <dsp:cNvSpPr/>
      </dsp:nvSpPr>
      <dsp:spPr>
        <a:xfrm>
          <a:off x="0" y="931477"/>
          <a:ext cx="5019610" cy="4657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b="1" kern="1200"/>
            <a:t>• Addresses real problems</a:t>
          </a:r>
          <a:endParaRPr lang="en-US" sz="2100" kern="1200"/>
        </a:p>
      </dsp:txBody>
      <dsp:txXfrm>
        <a:off x="0" y="931477"/>
        <a:ext cx="5019610" cy="465738"/>
      </dsp:txXfrm>
    </dsp:sp>
    <dsp:sp modelId="{7765D9F8-8C0B-4EC0-81A1-96FF113B2BB3}">
      <dsp:nvSpPr>
        <dsp:cNvPr id="0" name=""/>
        <dsp:cNvSpPr/>
      </dsp:nvSpPr>
      <dsp:spPr>
        <a:xfrm>
          <a:off x="0" y="1397216"/>
          <a:ext cx="5019610" cy="0"/>
        </a:xfrm>
        <a:prstGeom prst="line">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70112A5F-83FC-4A32-ACA7-C7B96B9E1852}">
      <dsp:nvSpPr>
        <dsp:cNvPr id="0" name=""/>
        <dsp:cNvSpPr/>
      </dsp:nvSpPr>
      <dsp:spPr>
        <a:xfrm>
          <a:off x="0" y="1397216"/>
          <a:ext cx="5019610" cy="4657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In digital publishing</a:t>
          </a:r>
        </a:p>
      </dsp:txBody>
      <dsp:txXfrm>
        <a:off x="0" y="1397216"/>
        <a:ext cx="5019610" cy="465738"/>
      </dsp:txXfrm>
    </dsp:sp>
    <dsp:sp modelId="{7F4E2A55-1D43-4EC1-A115-F4D121FD30F7}">
      <dsp:nvSpPr>
        <dsp:cNvPr id="0" name=""/>
        <dsp:cNvSpPr/>
      </dsp:nvSpPr>
      <dsp:spPr>
        <a:xfrm>
          <a:off x="0" y="1862954"/>
          <a:ext cx="5019610" cy="0"/>
        </a:xfrm>
        <a:prstGeom prst="line">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7DF45702-B22C-448C-863D-5594C6E1AF7E}">
      <dsp:nvSpPr>
        <dsp:cNvPr id="0" name=""/>
        <dsp:cNvSpPr/>
      </dsp:nvSpPr>
      <dsp:spPr>
        <a:xfrm>
          <a:off x="0" y="1862954"/>
          <a:ext cx="5019610" cy="4657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b="1" kern="1200"/>
            <a:t>• Supports education &amp; creativity</a:t>
          </a:r>
          <a:endParaRPr lang="en-US" sz="2100" kern="1200"/>
        </a:p>
      </dsp:txBody>
      <dsp:txXfrm>
        <a:off x="0" y="1862954"/>
        <a:ext cx="5019610" cy="465738"/>
      </dsp:txXfrm>
    </dsp:sp>
    <dsp:sp modelId="{083BD9A7-A9CB-457E-ACCF-F42D82C0E787}">
      <dsp:nvSpPr>
        <dsp:cNvPr id="0" name=""/>
        <dsp:cNvSpPr/>
      </dsp:nvSpPr>
      <dsp:spPr>
        <a:xfrm>
          <a:off x="0" y="2328693"/>
          <a:ext cx="5019610"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D5A03113-3A34-4B32-A944-07DA88E31C32}">
      <dsp:nvSpPr>
        <dsp:cNvPr id="0" name=""/>
        <dsp:cNvSpPr/>
      </dsp:nvSpPr>
      <dsp:spPr>
        <a:xfrm>
          <a:off x="0" y="2328693"/>
          <a:ext cx="5019610" cy="4657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And entrepreneurship</a:t>
          </a:r>
        </a:p>
      </dsp:txBody>
      <dsp:txXfrm>
        <a:off x="0" y="2328693"/>
        <a:ext cx="5019610" cy="465738"/>
      </dsp:txXfrm>
    </dsp:sp>
    <dsp:sp modelId="{F1E2FD37-D124-4BD9-9F50-21232D1585D1}">
      <dsp:nvSpPr>
        <dsp:cNvPr id="0" name=""/>
        <dsp:cNvSpPr/>
      </dsp:nvSpPr>
      <dsp:spPr>
        <a:xfrm>
          <a:off x="0" y="2794432"/>
          <a:ext cx="5019610" cy="0"/>
        </a:xfrm>
        <a:prstGeom prst="lin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2ABE7A07-40B7-4AB7-891D-39B4090F081A}">
      <dsp:nvSpPr>
        <dsp:cNvPr id="0" name=""/>
        <dsp:cNvSpPr/>
      </dsp:nvSpPr>
      <dsp:spPr>
        <a:xfrm>
          <a:off x="0" y="2794432"/>
          <a:ext cx="5019610" cy="4657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endParaRPr lang="en-US" sz="2100" kern="1200" dirty="0"/>
        </a:p>
      </dsp:txBody>
      <dsp:txXfrm>
        <a:off x="0" y="2794432"/>
        <a:ext cx="5019610" cy="465738"/>
      </dsp:txXfrm>
    </dsp:sp>
    <dsp:sp modelId="{125F3D13-7647-48B5-8A0F-290C63B4C28C}">
      <dsp:nvSpPr>
        <dsp:cNvPr id="0" name=""/>
        <dsp:cNvSpPr/>
      </dsp:nvSpPr>
      <dsp:spPr>
        <a:xfrm>
          <a:off x="0" y="3260171"/>
          <a:ext cx="5019610" cy="0"/>
        </a:xfrm>
        <a:prstGeom prst="line">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349D3336-5222-4E4B-AB15-D7E44F43A2DC}">
      <dsp:nvSpPr>
        <dsp:cNvPr id="0" name=""/>
        <dsp:cNvSpPr/>
      </dsp:nvSpPr>
      <dsp:spPr>
        <a:xfrm>
          <a:off x="0" y="3260171"/>
          <a:ext cx="5019610" cy="4657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endParaRPr lang="en-US" sz="2100" kern="1200" dirty="0"/>
        </a:p>
      </dsp:txBody>
      <dsp:txXfrm>
        <a:off x="0" y="3260171"/>
        <a:ext cx="5019610" cy="465738"/>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1">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D81E53-5687-4302-8865-B8F7562C1776}" type="datetimeFigureOut">
              <a:rPr lang="en-IN" smtClean="0"/>
              <a:pPr/>
              <a:t>19-02-2026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DB219C-881C-41AA-80C1-D8CFEDB5C42E}" type="slidenum">
              <a:rPr lang="en-IN" smtClean="0"/>
              <a:pPr/>
              <a:t>‹#›</a:t>
            </a:fld>
            <a:endParaRPr lang="en-IN"/>
          </a:p>
        </p:txBody>
      </p:sp>
    </p:spTree>
    <p:extLst>
      <p:ext uri="{BB962C8B-B14F-4D97-AF65-F5344CB8AC3E}">
        <p14:creationId xmlns:p14="http://schemas.microsoft.com/office/powerpoint/2010/main" val="22440431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7DB219C-881C-41AA-80C1-D8CFEDB5C42E}" type="slidenum">
              <a:rPr lang="en-IN" smtClean="0"/>
              <a:pPr/>
              <a:t>1</a:t>
            </a:fld>
            <a:endParaRPr lang="en-IN"/>
          </a:p>
        </p:txBody>
      </p:sp>
    </p:spTree>
    <p:extLst>
      <p:ext uri="{BB962C8B-B14F-4D97-AF65-F5344CB8AC3E}">
        <p14:creationId xmlns:p14="http://schemas.microsoft.com/office/powerpoint/2010/main" val="35810522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7DB219C-881C-41AA-80C1-D8CFEDB5C42E}" type="slidenum">
              <a:rPr lang="en-IN" smtClean="0"/>
              <a:pPr/>
              <a:t>6</a:t>
            </a:fld>
            <a:endParaRPr lang="en-IN"/>
          </a:p>
        </p:txBody>
      </p:sp>
    </p:spTree>
    <p:extLst>
      <p:ext uri="{BB962C8B-B14F-4D97-AF65-F5344CB8AC3E}">
        <p14:creationId xmlns:p14="http://schemas.microsoft.com/office/powerpoint/2010/main" val="38099819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39722-9BB4-ECF2-9CB8-67A5E88BDCF6}"/>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C15F66BF-458E-B03B-9F91-2266669ADF00}"/>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C00A78C-409A-6849-9611-172511B653FE}"/>
              </a:ext>
            </a:extLst>
          </p:cNvPr>
          <p:cNvSpPr>
            <a:spLocks noGrp="1"/>
          </p:cNvSpPr>
          <p:nvPr>
            <p:ph type="dt" sz="half" idx="10"/>
          </p:nvPr>
        </p:nvSpPr>
        <p:spPr/>
        <p:txBody>
          <a:bodyPr/>
          <a:lstStyle/>
          <a:p>
            <a:fld id="{5BCAD085-E8A6-8845-BD4E-CB4CCA059FC4}" type="datetimeFigureOut">
              <a:rPr lang="en-US" smtClean="0"/>
              <a:pPr/>
              <a:t>2/19/2026</a:t>
            </a:fld>
            <a:endParaRPr lang="en-US"/>
          </a:p>
        </p:txBody>
      </p:sp>
      <p:sp>
        <p:nvSpPr>
          <p:cNvPr id="5" name="Footer Placeholder 4">
            <a:extLst>
              <a:ext uri="{FF2B5EF4-FFF2-40B4-BE49-F238E27FC236}">
                <a16:creationId xmlns:a16="http://schemas.microsoft.com/office/drawing/2014/main" id="{85861760-40FE-A783-E475-6DDA8BAD32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551CBC-79C8-CC2D-BFBA-24E03CF16029}"/>
              </a:ext>
            </a:extLst>
          </p:cNvPr>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6279799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30CAF-2B0D-19C6-BD72-A47B7BC66EC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FAE8596-04F8-0EFA-5C13-818F9AFA0E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594A6C9-932C-1EC0-E594-94DFB3E629AB}"/>
              </a:ext>
            </a:extLst>
          </p:cNvPr>
          <p:cNvSpPr>
            <a:spLocks noGrp="1"/>
          </p:cNvSpPr>
          <p:nvPr>
            <p:ph type="dt" sz="half" idx="10"/>
          </p:nvPr>
        </p:nvSpPr>
        <p:spPr/>
        <p:txBody>
          <a:bodyPr/>
          <a:lstStyle/>
          <a:p>
            <a:fld id="{5BCAD085-E8A6-8845-BD4E-CB4CCA059FC4}" type="datetimeFigureOut">
              <a:rPr lang="en-US" smtClean="0"/>
              <a:pPr/>
              <a:t>2/19/2026</a:t>
            </a:fld>
            <a:endParaRPr lang="en-US"/>
          </a:p>
        </p:txBody>
      </p:sp>
      <p:sp>
        <p:nvSpPr>
          <p:cNvPr id="5" name="Footer Placeholder 4">
            <a:extLst>
              <a:ext uri="{FF2B5EF4-FFF2-40B4-BE49-F238E27FC236}">
                <a16:creationId xmlns:a16="http://schemas.microsoft.com/office/drawing/2014/main" id="{A3A6C517-E113-74E9-03E0-9BAAA4DA61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BED484-894B-2B78-F848-F67B32CA41DA}"/>
              </a:ext>
            </a:extLst>
          </p:cNvPr>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4854981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EA4B4-E7C3-3EA3-7AAC-B6C0E3CE1845}"/>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B6AB404-5B0B-34DD-F465-D32C3CB2303F}"/>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CC54298-FAC6-5F9A-B4A4-08A7939C5915}"/>
              </a:ext>
            </a:extLst>
          </p:cNvPr>
          <p:cNvSpPr>
            <a:spLocks noGrp="1"/>
          </p:cNvSpPr>
          <p:nvPr>
            <p:ph type="dt" sz="half" idx="10"/>
          </p:nvPr>
        </p:nvSpPr>
        <p:spPr/>
        <p:txBody>
          <a:bodyPr/>
          <a:lstStyle/>
          <a:p>
            <a:fld id="{5BCAD085-E8A6-8845-BD4E-CB4CCA059FC4}" type="datetimeFigureOut">
              <a:rPr lang="en-US" smtClean="0"/>
              <a:pPr/>
              <a:t>2/19/2026</a:t>
            </a:fld>
            <a:endParaRPr lang="en-US"/>
          </a:p>
        </p:txBody>
      </p:sp>
      <p:sp>
        <p:nvSpPr>
          <p:cNvPr id="5" name="Footer Placeholder 4">
            <a:extLst>
              <a:ext uri="{FF2B5EF4-FFF2-40B4-BE49-F238E27FC236}">
                <a16:creationId xmlns:a16="http://schemas.microsoft.com/office/drawing/2014/main" id="{B0EDEDCB-A482-0F1F-D9A9-B2300087C0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23AD00-F8B9-09DD-F9C3-4AAB016C0B02}"/>
              </a:ext>
            </a:extLst>
          </p:cNvPr>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18199114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C5168-B88C-B2E5-3706-31C471A5D11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330B533-AA4A-F3EF-D5E3-16E5B8530163}"/>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0C5A81A-5EDD-6648-4DEE-10D223E56DDF}"/>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0826E75-0233-1D05-EBEE-6ED32FA7A1E0}"/>
              </a:ext>
            </a:extLst>
          </p:cNvPr>
          <p:cNvSpPr>
            <a:spLocks noGrp="1"/>
          </p:cNvSpPr>
          <p:nvPr>
            <p:ph type="dt" sz="half" idx="10"/>
          </p:nvPr>
        </p:nvSpPr>
        <p:spPr/>
        <p:txBody>
          <a:bodyPr/>
          <a:lstStyle/>
          <a:p>
            <a:fld id="{5BCAD085-E8A6-8845-BD4E-CB4CCA059FC4}" type="datetimeFigureOut">
              <a:rPr lang="en-US" smtClean="0"/>
              <a:pPr/>
              <a:t>2/19/2026</a:t>
            </a:fld>
            <a:endParaRPr lang="en-US"/>
          </a:p>
        </p:txBody>
      </p:sp>
      <p:sp>
        <p:nvSpPr>
          <p:cNvPr id="6" name="Footer Placeholder 5">
            <a:extLst>
              <a:ext uri="{FF2B5EF4-FFF2-40B4-BE49-F238E27FC236}">
                <a16:creationId xmlns:a16="http://schemas.microsoft.com/office/drawing/2014/main" id="{61939C38-D8E0-7AF5-AF2B-F5975D5F52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B8015E-150A-2E04-60C0-68483CD6D136}"/>
              </a:ext>
            </a:extLst>
          </p:cNvPr>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14461654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20550-3315-DD6D-FF52-981198AA3F26}"/>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7214DD4-FC73-87FB-3986-EAD2A32B8369}"/>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0277D6EB-DD7D-37D7-A212-BA9B1EAA2A44}"/>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8B30A0A-65C0-2A9C-9A1D-A983C755C8D7}"/>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6615D7F8-2673-CF37-BCFA-248D98F7BDE1}"/>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7652C30-3226-3C9C-F3F1-A54E4DF8487A}"/>
              </a:ext>
            </a:extLst>
          </p:cNvPr>
          <p:cNvSpPr>
            <a:spLocks noGrp="1"/>
          </p:cNvSpPr>
          <p:nvPr>
            <p:ph type="dt" sz="half" idx="10"/>
          </p:nvPr>
        </p:nvSpPr>
        <p:spPr/>
        <p:txBody>
          <a:bodyPr/>
          <a:lstStyle/>
          <a:p>
            <a:fld id="{5BCAD085-E8A6-8845-BD4E-CB4CCA059FC4}" type="datetimeFigureOut">
              <a:rPr lang="en-US" smtClean="0"/>
              <a:pPr/>
              <a:t>2/19/2026</a:t>
            </a:fld>
            <a:endParaRPr lang="en-US"/>
          </a:p>
        </p:txBody>
      </p:sp>
      <p:sp>
        <p:nvSpPr>
          <p:cNvPr id="8" name="Footer Placeholder 7">
            <a:extLst>
              <a:ext uri="{FF2B5EF4-FFF2-40B4-BE49-F238E27FC236}">
                <a16:creationId xmlns:a16="http://schemas.microsoft.com/office/drawing/2014/main" id="{E32882D3-430A-D53D-949A-25223FA6347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5325405-013D-9F71-AC6D-4E9474C3DD33}"/>
              </a:ext>
            </a:extLst>
          </p:cNvPr>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1328601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A4602-B3B6-F946-1434-62101814AC8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A35D470-F69E-6E6B-B725-3580D9BCD3F7}"/>
              </a:ext>
            </a:extLst>
          </p:cNvPr>
          <p:cNvSpPr>
            <a:spLocks noGrp="1"/>
          </p:cNvSpPr>
          <p:nvPr>
            <p:ph type="dt" sz="half" idx="10"/>
          </p:nvPr>
        </p:nvSpPr>
        <p:spPr/>
        <p:txBody>
          <a:bodyPr/>
          <a:lstStyle/>
          <a:p>
            <a:fld id="{5BCAD085-E8A6-8845-BD4E-CB4CCA059FC4}" type="datetimeFigureOut">
              <a:rPr lang="en-US" smtClean="0"/>
              <a:pPr/>
              <a:t>2/19/2026</a:t>
            </a:fld>
            <a:endParaRPr lang="en-US"/>
          </a:p>
        </p:txBody>
      </p:sp>
      <p:sp>
        <p:nvSpPr>
          <p:cNvPr id="4" name="Footer Placeholder 3">
            <a:extLst>
              <a:ext uri="{FF2B5EF4-FFF2-40B4-BE49-F238E27FC236}">
                <a16:creationId xmlns:a16="http://schemas.microsoft.com/office/drawing/2014/main" id="{B9B7BC43-5C94-717D-1318-4B4A53D0F7A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D6161E2-E53C-3B81-E9E8-5776B5575911}"/>
              </a:ext>
            </a:extLst>
          </p:cNvPr>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321601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1FAA31-2295-16C0-D349-140FC54331F0}"/>
              </a:ext>
            </a:extLst>
          </p:cNvPr>
          <p:cNvSpPr>
            <a:spLocks noGrp="1"/>
          </p:cNvSpPr>
          <p:nvPr>
            <p:ph type="dt" sz="half" idx="10"/>
          </p:nvPr>
        </p:nvSpPr>
        <p:spPr/>
        <p:txBody>
          <a:bodyPr/>
          <a:lstStyle/>
          <a:p>
            <a:fld id="{5BCAD085-E8A6-8845-BD4E-CB4CCA059FC4}" type="datetimeFigureOut">
              <a:rPr lang="en-US" smtClean="0"/>
              <a:pPr/>
              <a:t>2/19/2026</a:t>
            </a:fld>
            <a:endParaRPr lang="en-US"/>
          </a:p>
        </p:txBody>
      </p:sp>
      <p:sp>
        <p:nvSpPr>
          <p:cNvPr id="3" name="Footer Placeholder 2">
            <a:extLst>
              <a:ext uri="{FF2B5EF4-FFF2-40B4-BE49-F238E27FC236}">
                <a16:creationId xmlns:a16="http://schemas.microsoft.com/office/drawing/2014/main" id="{D1DBEE8C-5172-8FB5-6812-D9C1DDAA60D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637BFF2-E8FF-9B0A-254C-4EA8E3B341F7}"/>
              </a:ext>
            </a:extLst>
          </p:cNvPr>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4790234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A7128-059E-A55B-C9BB-37CBC84A2F7E}"/>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72C0572-79A3-973A-1667-986B01394115}"/>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A67BE07-3E5A-C15A-CF5F-B0F053E38EA1}"/>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C70B6DD7-F492-C9C0-074C-61B71C3A9230}"/>
              </a:ext>
            </a:extLst>
          </p:cNvPr>
          <p:cNvSpPr>
            <a:spLocks noGrp="1"/>
          </p:cNvSpPr>
          <p:nvPr>
            <p:ph type="dt" sz="half" idx="10"/>
          </p:nvPr>
        </p:nvSpPr>
        <p:spPr/>
        <p:txBody>
          <a:bodyPr/>
          <a:lstStyle/>
          <a:p>
            <a:fld id="{5BCAD085-E8A6-8845-BD4E-CB4CCA059FC4}" type="datetimeFigureOut">
              <a:rPr lang="en-US" smtClean="0"/>
              <a:pPr/>
              <a:t>2/19/2026</a:t>
            </a:fld>
            <a:endParaRPr lang="en-US"/>
          </a:p>
        </p:txBody>
      </p:sp>
      <p:sp>
        <p:nvSpPr>
          <p:cNvPr id="6" name="Footer Placeholder 5">
            <a:extLst>
              <a:ext uri="{FF2B5EF4-FFF2-40B4-BE49-F238E27FC236}">
                <a16:creationId xmlns:a16="http://schemas.microsoft.com/office/drawing/2014/main" id="{A5426586-CF18-E7EC-2132-E4C45E8F1D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6C16EF-791B-2A4D-FAD3-61D806D0EA25}"/>
              </a:ext>
            </a:extLst>
          </p:cNvPr>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728619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8944E-6A5F-E3AC-5CD1-91758A44C8FF}"/>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CA0D7DC-90CC-D3CC-ADD0-4245ADBC998C}"/>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0B40302D-13A1-09E0-6914-1B223235F0A4}"/>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492C6432-F332-1A3B-0B5F-127A70FB4CD4}"/>
              </a:ext>
            </a:extLst>
          </p:cNvPr>
          <p:cNvSpPr>
            <a:spLocks noGrp="1"/>
          </p:cNvSpPr>
          <p:nvPr>
            <p:ph type="dt" sz="half" idx="10"/>
          </p:nvPr>
        </p:nvSpPr>
        <p:spPr/>
        <p:txBody>
          <a:bodyPr/>
          <a:lstStyle/>
          <a:p>
            <a:fld id="{5BCAD085-E8A6-8845-BD4E-CB4CCA059FC4}" type="datetimeFigureOut">
              <a:rPr lang="en-US" smtClean="0"/>
              <a:pPr/>
              <a:t>2/19/2026</a:t>
            </a:fld>
            <a:endParaRPr lang="en-US"/>
          </a:p>
        </p:txBody>
      </p:sp>
      <p:sp>
        <p:nvSpPr>
          <p:cNvPr id="6" name="Footer Placeholder 5">
            <a:extLst>
              <a:ext uri="{FF2B5EF4-FFF2-40B4-BE49-F238E27FC236}">
                <a16:creationId xmlns:a16="http://schemas.microsoft.com/office/drawing/2014/main" id="{0C24A91F-9191-1A4D-37F6-65FB32B57C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48C1A9-A934-0DB8-73E3-9178070A3296}"/>
              </a:ext>
            </a:extLst>
          </p:cNvPr>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7509381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A640E-6357-2BED-D01A-7BC73929733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A8EE85A-F48F-4517-7B4D-3C30F5744F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2307362-4E56-ADB1-3025-51B1C4E22474}"/>
              </a:ext>
            </a:extLst>
          </p:cNvPr>
          <p:cNvSpPr>
            <a:spLocks noGrp="1"/>
          </p:cNvSpPr>
          <p:nvPr>
            <p:ph type="dt" sz="half" idx="10"/>
          </p:nvPr>
        </p:nvSpPr>
        <p:spPr/>
        <p:txBody>
          <a:bodyPr/>
          <a:lstStyle/>
          <a:p>
            <a:fld id="{5BCAD085-E8A6-8845-BD4E-CB4CCA059FC4}" type="datetimeFigureOut">
              <a:rPr lang="en-US" smtClean="0"/>
              <a:pPr/>
              <a:t>2/19/2026</a:t>
            </a:fld>
            <a:endParaRPr lang="en-US"/>
          </a:p>
        </p:txBody>
      </p:sp>
      <p:sp>
        <p:nvSpPr>
          <p:cNvPr id="5" name="Footer Placeholder 4">
            <a:extLst>
              <a:ext uri="{FF2B5EF4-FFF2-40B4-BE49-F238E27FC236}">
                <a16:creationId xmlns:a16="http://schemas.microsoft.com/office/drawing/2014/main" id="{1207C957-9BBA-0A92-7873-B48348329F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ABEAB2-9C91-3441-7C7A-1816F363A79F}"/>
              </a:ext>
            </a:extLst>
          </p:cNvPr>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1686418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2D8803-6880-55E2-EEB9-B22F7B6FE571}"/>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EC2EAB0-5871-5C26-87D0-C6963CDFFC9E}"/>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6909E7-D28E-3402-0CB2-50E874A64FA4}"/>
              </a:ext>
            </a:extLst>
          </p:cNvPr>
          <p:cNvSpPr>
            <a:spLocks noGrp="1"/>
          </p:cNvSpPr>
          <p:nvPr>
            <p:ph type="dt" sz="half" idx="10"/>
          </p:nvPr>
        </p:nvSpPr>
        <p:spPr/>
        <p:txBody>
          <a:bodyPr/>
          <a:lstStyle/>
          <a:p>
            <a:fld id="{5BCAD085-E8A6-8845-BD4E-CB4CCA059FC4}" type="datetimeFigureOut">
              <a:rPr lang="en-US" smtClean="0"/>
              <a:pPr/>
              <a:t>2/19/2026</a:t>
            </a:fld>
            <a:endParaRPr lang="en-US"/>
          </a:p>
        </p:txBody>
      </p:sp>
      <p:sp>
        <p:nvSpPr>
          <p:cNvPr id="5" name="Footer Placeholder 4">
            <a:extLst>
              <a:ext uri="{FF2B5EF4-FFF2-40B4-BE49-F238E27FC236}">
                <a16:creationId xmlns:a16="http://schemas.microsoft.com/office/drawing/2014/main" id="{E3D88C8D-670D-08AA-8DE6-953BAB39F6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DE208D-8D9F-D205-1392-2C8830EB61DB}"/>
              </a:ext>
            </a:extLst>
          </p:cNvPr>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4574132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06609CF-E697-7841-7F15-98FB2AD0915E}"/>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CEFE125-7A5A-3800-8770-C0F6C7104BF5}"/>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1EB61D-A2A9-3319-3D3B-BDA85E4B7BB0}"/>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5BCAD085-E8A6-8845-BD4E-CB4CCA059FC4}" type="datetimeFigureOut">
              <a:rPr lang="en-US" smtClean="0"/>
              <a:pPr/>
              <a:t>2/19/2026</a:t>
            </a:fld>
            <a:endParaRPr lang="en-US"/>
          </a:p>
        </p:txBody>
      </p:sp>
      <p:sp>
        <p:nvSpPr>
          <p:cNvPr id="5" name="Footer Placeholder 4">
            <a:extLst>
              <a:ext uri="{FF2B5EF4-FFF2-40B4-BE49-F238E27FC236}">
                <a16:creationId xmlns:a16="http://schemas.microsoft.com/office/drawing/2014/main" id="{EA263165-1684-5B04-0869-9DF35AF2D544}"/>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B0A04BB-7B2D-A4F7-D678-B06AAAADBD0B}"/>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1FF6DA9-008F-8B48-92A6-B652298478BF}" type="slidenum">
              <a:rPr lang="en-US" smtClean="0"/>
              <a:pPr/>
              <a:t>‹#›</a:t>
            </a:fld>
            <a:endParaRPr lang="en-US"/>
          </a:p>
        </p:txBody>
      </p:sp>
    </p:spTree>
    <p:extLst>
      <p:ext uri="{BB962C8B-B14F-4D97-AF65-F5344CB8AC3E}">
        <p14:creationId xmlns:p14="http://schemas.microsoft.com/office/powerpoint/2010/main" val="3673290777"/>
      </p:ext>
    </p:extLst>
  </p:cSld>
  <p:clrMap bg1="lt1" tx1="dk1" bg2="lt2" tx2="dk2" accent1="accent1" accent2="accent2" accent3="accent3" accent4="accent4" accent5="accent5" accent6="accent6" hlink="hlink" folHlink="folHlink"/>
  <p:sldLayoutIdLst>
    <p:sldLayoutId id="2147484105" r:id="rId1"/>
    <p:sldLayoutId id="2147484106" r:id="rId2"/>
    <p:sldLayoutId id="2147484107" r:id="rId3"/>
    <p:sldLayoutId id="2147484108" r:id="rId4"/>
    <p:sldLayoutId id="2147484109" r:id="rId5"/>
    <p:sldLayoutId id="2147484110" r:id="rId6"/>
    <p:sldLayoutId id="2147484111" r:id="rId7"/>
    <p:sldLayoutId id="2147484112" r:id="rId8"/>
    <p:sldLayoutId id="2147484113" r:id="rId9"/>
    <p:sldLayoutId id="2147484114" r:id="rId10"/>
    <p:sldLayoutId id="2147484115"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FDA47D96-7297-6D66-78DC-306A9DB891C0}"/>
              </a:ext>
            </a:extLst>
          </p:cNvPr>
          <p:cNvSpPr txBox="1"/>
          <p:nvPr/>
        </p:nvSpPr>
        <p:spPr>
          <a:xfrm>
            <a:off x="5479105" y="5105573"/>
            <a:ext cx="4591050" cy="1366208"/>
          </a:xfrm>
          <a:prstGeom prst="rect">
            <a:avLst/>
          </a:prstGeom>
          <a:noFill/>
        </p:spPr>
        <p:txBody>
          <a:bodyPr wrap="square">
            <a:spAutoFit/>
          </a:bodyPr>
          <a:lstStyle/>
          <a:p>
            <a:pPr marL="0" indent="0" algn="l">
              <a:lnSpc>
                <a:spcPts val="1150"/>
              </a:lnSpc>
              <a:buNone/>
            </a:pPr>
            <a:r>
              <a:rPr lang="en-US" sz="2400" dirty="0">
                <a:solidFill>
                  <a:srgbClr val="272525"/>
                </a:solidFill>
                <a:latin typeface="Times New Roman" panose="02020603050405020304" pitchFamily="18" charset="0"/>
                <a:ea typeface="Inter" pitchFamily="34" charset="-122"/>
                <a:cs typeface="Times New Roman" panose="02020603050405020304" pitchFamily="18" charset="0"/>
              </a:rPr>
              <a:t>Presented by: </a:t>
            </a:r>
            <a:r>
              <a:rPr lang="en-US" sz="2000" dirty="0">
                <a:solidFill>
                  <a:srgbClr val="272525"/>
                </a:solidFill>
                <a:latin typeface="Times New Roman" panose="02020603050405020304" pitchFamily="18" charset="0"/>
                <a:ea typeface="Inter" pitchFamily="34" charset="-122"/>
                <a:cs typeface="Times New Roman" panose="02020603050405020304" pitchFamily="18" charset="0"/>
              </a:rPr>
              <a:t>Diwanshu</a:t>
            </a:r>
          </a:p>
          <a:p>
            <a:pPr marL="0" indent="0" algn="l">
              <a:lnSpc>
                <a:spcPts val="1150"/>
              </a:lnSpc>
              <a:buNone/>
            </a:pPr>
            <a:endParaRPr lang="en-US" sz="2000" dirty="0">
              <a:solidFill>
                <a:srgbClr val="272525"/>
              </a:solidFill>
              <a:latin typeface="Times New Roman" panose="02020603050405020304" pitchFamily="18" charset="0"/>
              <a:ea typeface="Inter" pitchFamily="34" charset="-122"/>
              <a:cs typeface="Times New Roman" panose="02020603050405020304" pitchFamily="18" charset="0"/>
            </a:endParaRPr>
          </a:p>
          <a:p>
            <a:pPr marL="0" indent="0" algn="l">
              <a:lnSpc>
                <a:spcPts val="1150"/>
              </a:lnSpc>
              <a:buNone/>
            </a:pPr>
            <a:r>
              <a:rPr lang="en-US" sz="2000" dirty="0">
                <a:solidFill>
                  <a:srgbClr val="272525"/>
                </a:solidFill>
                <a:latin typeface="Times New Roman" panose="02020603050405020304" pitchFamily="18" charset="0"/>
                <a:ea typeface="Inter" pitchFamily="34" charset="-122"/>
                <a:cs typeface="Times New Roman" panose="02020603050405020304" pitchFamily="18" charset="0"/>
              </a:rPr>
              <a:t>                          6231560010</a:t>
            </a:r>
          </a:p>
          <a:p>
            <a:pPr marL="0" indent="0" algn="l">
              <a:lnSpc>
                <a:spcPts val="1150"/>
              </a:lnSpc>
              <a:buNone/>
            </a:pPr>
            <a:endParaRPr lang="en-US" sz="2000" dirty="0">
              <a:solidFill>
                <a:srgbClr val="272525"/>
              </a:solidFill>
              <a:latin typeface="Times New Roman" panose="02020603050405020304" pitchFamily="18" charset="0"/>
              <a:ea typeface="Inter" pitchFamily="34" charset="-122"/>
              <a:cs typeface="Times New Roman" panose="02020603050405020304" pitchFamily="18" charset="0"/>
            </a:endParaRPr>
          </a:p>
          <a:p>
            <a:pPr marL="0" indent="0" algn="l">
              <a:lnSpc>
                <a:spcPts val="1150"/>
              </a:lnSpc>
              <a:buNone/>
            </a:pPr>
            <a:r>
              <a:rPr lang="en-US" sz="2000" dirty="0">
                <a:solidFill>
                  <a:srgbClr val="272525"/>
                </a:solidFill>
                <a:latin typeface="Times New Roman" panose="02020603050405020304" pitchFamily="18" charset="0"/>
                <a:ea typeface="Inter" pitchFamily="34" charset="-122"/>
                <a:cs typeface="Times New Roman" panose="02020603050405020304" pitchFamily="18" charset="0"/>
              </a:rPr>
              <a:t> </a:t>
            </a:r>
          </a:p>
          <a:p>
            <a:pPr marL="0" indent="0" algn="l">
              <a:lnSpc>
                <a:spcPts val="1150"/>
              </a:lnSpc>
              <a:buNone/>
            </a:pPr>
            <a:r>
              <a:rPr lang="en-US" sz="2000" dirty="0">
                <a:solidFill>
                  <a:srgbClr val="272525"/>
                </a:solidFill>
                <a:latin typeface="Times New Roman" panose="02020603050405020304" pitchFamily="18" charset="0"/>
                <a:ea typeface="Inter" pitchFamily="34" charset="-122"/>
                <a:cs typeface="Times New Roman" panose="02020603050405020304" pitchFamily="18" charset="0"/>
              </a:rPr>
              <a:t>                         Palak Chauhan</a:t>
            </a:r>
          </a:p>
          <a:p>
            <a:pPr marL="0" indent="0" algn="l">
              <a:lnSpc>
                <a:spcPts val="1150"/>
              </a:lnSpc>
              <a:buNone/>
            </a:pPr>
            <a:endParaRPr lang="en-US" sz="2000" dirty="0">
              <a:solidFill>
                <a:srgbClr val="272525"/>
              </a:solidFill>
              <a:latin typeface="Times New Roman" panose="02020603050405020304" pitchFamily="18" charset="0"/>
              <a:ea typeface="Inter" pitchFamily="34" charset="-122"/>
              <a:cs typeface="Times New Roman" panose="02020603050405020304" pitchFamily="18" charset="0"/>
            </a:endParaRPr>
          </a:p>
          <a:p>
            <a:pPr marL="0" indent="0" algn="l">
              <a:lnSpc>
                <a:spcPts val="1150"/>
              </a:lnSpc>
              <a:buNone/>
            </a:pPr>
            <a:r>
              <a:rPr lang="en-US" sz="2000" dirty="0">
                <a:solidFill>
                  <a:srgbClr val="272525"/>
                </a:solidFill>
                <a:latin typeface="Times New Roman" panose="02020603050405020304" pitchFamily="18" charset="0"/>
                <a:ea typeface="Inter" pitchFamily="34" charset="-122"/>
                <a:cs typeface="Times New Roman" panose="02020603050405020304" pitchFamily="18" charset="0"/>
              </a:rPr>
              <a:t>                          62315600</a:t>
            </a:r>
            <a:r>
              <a:rPr lang="en-US" sz="2000" dirty="0">
                <a:solidFill>
                  <a:srgbClr val="272525"/>
                </a:solidFill>
                <a:latin typeface="Inter" pitchFamily="34" charset="0"/>
                <a:ea typeface="Inter" pitchFamily="34" charset="-122"/>
              </a:rPr>
              <a:t>20</a:t>
            </a:r>
            <a:endParaRPr lang="en-US" sz="2000" dirty="0"/>
          </a:p>
        </p:txBody>
      </p:sp>
      <p:sp>
        <p:nvSpPr>
          <p:cNvPr id="2" name="TextBox 1">
            <a:extLst>
              <a:ext uri="{FF2B5EF4-FFF2-40B4-BE49-F238E27FC236}">
                <a16:creationId xmlns:a16="http://schemas.microsoft.com/office/drawing/2014/main" id="{5E9E2B6A-A1A6-BF84-9DDE-A25F6D668D13}"/>
              </a:ext>
            </a:extLst>
          </p:cNvPr>
          <p:cNvSpPr txBox="1"/>
          <p:nvPr/>
        </p:nvSpPr>
        <p:spPr>
          <a:xfrm>
            <a:off x="190181" y="5079264"/>
            <a:ext cx="3395701" cy="769441"/>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Supervised By : </a:t>
            </a:r>
          </a:p>
          <a:p>
            <a:r>
              <a:rPr lang="en-US" sz="2000" dirty="0">
                <a:latin typeface="Times New Roman" panose="02020603050405020304" pitchFamily="18" charset="0"/>
                <a:cs typeface="Times New Roman" panose="02020603050405020304" pitchFamily="18" charset="0"/>
              </a:rPr>
              <a:t>Ms. Tamanna Kanwar</a:t>
            </a:r>
          </a:p>
        </p:txBody>
      </p:sp>
      <p:sp>
        <p:nvSpPr>
          <p:cNvPr id="3" name="TextBox 2">
            <a:extLst>
              <a:ext uri="{FF2B5EF4-FFF2-40B4-BE49-F238E27FC236}">
                <a16:creationId xmlns:a16="http://schemas.microsoft.com/office/drawing/2014/main" id="{D96E6084-1CD0-A378-C6A8-BBDE45F310CB}"/>
              </a:ext>
            </a:extLst>
          </p:cNvPr>
          <p:cNvSpPr txBox="1"/>
          <p:nvPr/>
        </p:nvSpPr>
        <p:spPr>
          <a:xfrm>
            <a:off x="719420" y="1347702"/>
            <a:ext cx="7705160" cy="1785104"/>
          </a:xfrm>
          <a:prstGeom prst="rect">
            <a:avLst/>
          </a:prstGeom>
          <a:noFill/>
        </p:spPr>
        <p:txBody>
          <a:bodyPr wrap="square" rtlCol="0">
            <a:spAutoFit/>
          </a:bodyPr>
          <a:lstStyle/>
          <a:p>
            <a:pPr algn="ctr"/>
            <a:r>
              <a:rPr lang="en-US" sz="3600" b="1" u="sng" dirty="0">
                <a:solidFill>
                  <a:schemeClr val="tx1">
                    <a:lumMod val="95000"/>
                    <a:lumOff val="5000"/>
                  </a:schemeClr>
                </a:solidFill>
                <a:highlight>
                  <a:srgbClr val="C0C0C0"/>
                </a:highlight>
                <a:latin typeface="Times New Roman" panose="02020603050405020304" pitchFamily="18" charset="0"/>
                <a:cs typeface="Times New Roman" panose="02020603050405020304" pitchFamily="18" charset="0"/>
              </a:rPr>
              <a:t>E-Book    Marketplace</a:t>
            </a:r>
          </a:p>
          <a:p>
            <a:pPr algn="ctr"/>
            <a:endParaRPr lang="en-US" sz="3600" b="1" u="sng" dirty="0">
              <a:latin typeface="Times New Roman" panose="02020603050405020304" pitchFamily="18" charset="0"/>
              <a:cs typeface="Times New Roman" panose="02020603050405020304" pitchFamily="18" charset="0"/>
            </a:endParaRPr>
          </a:p>
          <a:p>
            <a:pPr algn="ctr"/>
            <a:r>
              <a:rPr lang="en-US" sz="2000" b="1" dirty="0">
                <a:latin typeface="Times New Roman" panose="02020603050405020304" pitchFamily="18" charset="0"/>
                <a:cs typeface="Times New Roman" panose="02020603050405020304" pitchFamily="18" charset="0"/>
              </a:rPr>
              <a:t>     (</a:t>
            </a:r>
            <a:r>
              <a:rPr lang="en-US" b="1" i="1" dirty="0">
                <a:latin typeface="Times New Roman" panose="02020603050405020304" pitchFamily="18" charset="0"/>
                <a:cs typeface="Times New Roman" panose="02020603050405020304" pitchFamily="18" charset="0"/>
              </a:rPr>
              <a:t>A Student-Friendly Digital </a:t>
            </a:r>
          </a:p>
          <a:p>
            <a:pPr algn="ctr"/>
            <a:r>
              <a:rPr lang="en-US" b="1" i="1" dirty="0">
                <a:latin typeface="Times New Roman" panose="02020603050405020304" pitchFamily="18" charset="0"/>
                <a:cs typeface="Times New Roman" panose="02020603050405020304" pitchFamily="18" charset="0"/>
              </a:rPr>
              <a:t>      Publishing &amp; Earning System)</a:t>
            </a:r>
            <a:endParaRPr lang="en-IN" b="1" i="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58C3414-84A2-1FC9-7ECE-59C4D6A61046}"/>
              </a:ext>
            </a:extLst>
          </p:cNvPr>
          <p:cNvSpPr txBox="1"/>
          <p:nvPr/>
        </p:nvSpPr>
        <p:spPr>
          <a:xfrm>
            <a:off x="618565" y="403412"/>
            <a:ext cx="8130988" cy="646331"/>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                 </a:t>
            </a:r>
            <a:r>
              <a:rPr lang="en-US" sz="3600" dirty="0">
                <a:solidFill>
                  <a:schemeClr val="accent1">
                    <a:lumMod val="50000"/>
                  </a:schemeClr>
                </a:solidFill>
                <a:latin typeface="Times New Roman" panose="02020603050405020304" pitchFamily="18" charset="0"/>
                <a:cs typeface="Times New Roman" panose="02020603050405020304" pitchFamily="18" charset="0"/>
              </a:rPr>
              <a:t>Synopsis Presentation  </a:t>
            </a:r>
          </a:p>
        </p:txBody>
      </p:sp>
    </p:spTree>
    <p:extLst>
      <p:ext uri="{BB962C8B-B14F-4D97-AF65-F5344CB8AC3E}">
        <p14:creationId xmlns:p14="http://schemas.microsoft.com/office/powerpoint/2010/main" val="9316163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0" name="Picture 9" descr="Blur blurry blue and white lights&#10;&#10;AI-generated content may be incorrect.">
            <a:extLst>
              <a:ext uri="{FF2B5EF4-FFF2-40B4-BE49-F238E27FC236}">
                <a16:creationId xmlns:a16="http://schemas.microsoft.com/office/drawing/2014/main" id="{4E7BF2F9-BC74-7C90-086C-C4600134C530}"/>
              </a:ext>
            </a:extLst>
          </p:cNvPr>
          <p:cNvPicPr>
            <a:picLocks noChangeAspect="1"/>
          </p:cNvPicPr>
          <p:nvPr/>
        </p:nvPicPr>
        <p:blipFill>
          <a:blip r:embed="rId2">
            <a:duotone>
              <a:prstClr val="black"/>
              <a:schemeClr val="tx2">
                <a:tint val="45000"/>
                <a:satMod val="400000"/>
              </a:schemeClr>
            </a:duotone>
            <a:alphaModFix amt="25000"/>
          </a:blip>
          <a:srcRect r="10999" b="-1"/>
          <a:stretch>
            <a:fillRect/>
          </a:stretch>
        </p:blipFill>
        <p:spPr>
          <a:xfrm>
            <a:off x="20" y="10"/>
            <a:ext cx="9143980" cy="6857990"/>
          </a:xfrm>
          <a:prstGeom prst="rect">
            <a:avLst/>
          </a:prstGeom>
        </p:spPr>
      </p:pic>
      <p:sp>
        <p:nvSpPr>
          <p:cNvPr id="2" name="Title 1"/>
          <p:cNvSpPr>
            <a:spLocks noGrp="1"/>
          </p:cNvSpPr>
          <p:nvPr>
            <p:ph type="title"/>
          </p:nvPr>
        </p:nvSpPr>
        <p:spPr>
          <a:xfrm>
            <a:off x="628650" y="365125"/>
            <a:ext cx="7886700" cy="1325563"/>
          </a:xfrm>
        </p:spPr>
        <p:txBody>
          <a:bodyPr>
            <a:normAutofit/>
          </a:bodyPr>
          <a:lstStyle/>
          <a:p>
            <a:r>
              <a:rPr lang="en-US" sz="4000" b="1" i="1" dirty="0">
                <a:latin typeface="Times New Roman" panose="02020603050405020304" pitchFamily="18" charset="0"/>
                <a:cs typeface="Times New Roman" panose="02020603050405020304" pitchFamily="18" charset="0"/>
              </a:rPr>
              <a:t>Content </a:t>
            </a:r>
          </a:p>
        </p:txBody>
      </p:sp>
      <p:sp>
        <p:nvSpPr>
          <p:cNvPr id="3" name="Content Placeholder 2"/>
          <p:cNvSpPr>
            <a:spLocks noGrp="1"/>
          </p:cNvSpPr>
          <p:nvPr>
            <p:ph idx="1"/>
          </p:nvPr>
        </p:nvSpPr>
        <p:spPr>
          <a:xfrm>
            <a:off x="508000" y="1930401"/>
            <a:ext cx="6447501" cy="4110962"/>
          </a:xfrm>
        </p:spPr>
        <p:txBody>
          <a:bodyPr>
            <a:normAutofit/>
          </a:bodyPr>
          <a:lstStyle/>
          <a:p>
            <a:endParaRPr lang="en-GB" dirty="0"/>
          </a:p>
          <a:p>
            <a:endParaRPr lang="en-US" dirty="0">
              <a:solidFill>
                <a:srgbClr val="FFFFFF"/>
              </a:solidFill>
            </a:endParaRPr>
          </a:p>
        </p:txBody>
      </p:sp>
      <p:grpSp>
        <p:nvGrpSpPr>
          <p:cNvPr id="4" name="Group 3">
            <a:extLst>
              <a:ext uri="{FF2B5EF4-FFF2-40B4-BE49-F238E27FC236}">
                <a16:creationId xmlns:a16="http://schemas.microsoft.com/office/drawing/2014/main" id="{B8FD25FB-7638-F998-C3C2-7DEB7D660B82}"/>
              </a:ext>
            </a:extLst>
          </p:cNvPr>
          <p:cNvGrpSpPr/>
          <p:nvPr/>
        </p:nvGrpSpPr>
        <p:grpSpPr>
          <a:xfrm>
            <a:off x="508000" y="1777162"/>
            <a:ext cx="7886700" cy="4264201"/>
            <a:chOff x="508000" y="1488978"/>
            <a:chExt cx="7886700" cy="4264201"/>
          </a:xfrm>
        </p:grpSpPr>
        <p:sp>
          <p:nvSpPr>
            <p:cNvPr id="5" name="Freeform: Shape 4">
              <a:extLst>
                <a:ext uri="{FF2B5EF4-FFF2-40B4-BE49-F238E27FC236}">
                  <a16:creationId xmlns:a16="http://schemas.microsoft.com/office/drawing/2014/main" id="{18A944B7-2295-13E5-A73D-CB1E2255D87C}"/>
                </a:ext>
              </a:extLst>
            </p:cNvPr>
            <p:cNvSpPr/>
            <p:nvPr/>
          </p:nvSpPr>
          <p:spPr>
            <a:xfrm>
              <a:off x="508000" y="1488978"/>
              <a:ext cx="7886700" cy="482625"/>
            </a:xfrm>
            <a:custGeom>
              <a:avLst/>
              <a:gdLst>
                <a:gd name="connsiteX0" fmla="*/ 0 w 7886700"/>
                <a:gd name="connsiteY0" fmla="*/ 80439 h 482625"/>
                <a:gd name="connsiteX1" fmla="*/ 80439 w 7886700"/>
                <a:gd name="connsiteY1" fmla="*/ 0 h 482625"/>
                <a:gd name="connsiteX2" fmla="*/ 7806261 w 7886700"/>
                <a:gd name="connsiteY2" fmla="*/ 0 h 482625"/>
                <a:gd name="connsiteX3" fmla="*/ 7886700 w 7886700"/>
                <a:gd name="connsiteY3" fmla="*/ 80439 h 482625"/>
                <a:gd name="connsiteX4" fmla="*/ 7886700 w 7886700"/>
                <a:gd name="connsiteY4" fmla="*/ 402186 h 482625"/>
                <a:gd name="connsiteX5" fmla="*/ 7806261 w 7886700"/>
                <a:gd name="connsiteY5" fmla="*/ 482625 h 482625"/>
                <a:gd name="connsiteX6" fmla="*/ 80439 w 7886700"/>
                <a:gd name="connsiteY6" fmla="*/ 482625 h 482625"/>
                <a:gd name="connsiteX7" fmla="*/ 0 w 7886700"/>
                <a:gd name="connsiteY7" fmla="*/ 402186 h 482625"/>
                <a:gd name="connsiteX8" fmla="*/ 0 w 7886700"/>
                <a:gd name="connsiteY8" fmla="*/ 80439 h 482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86700" h="482625">
                  <a:moveTo>
                    <a:pt x="0" y="80439"/>
                  </a:moveTo>
                  <a:cubicBezTo>
                    <a:pt x="0" y="36014"/>
                    <a:pt x="36014" y="0"/>
                    <a:pt x="80439" y="0"/>
                  </a:cubicBezTo>
                  <a:lnTo>
                    <a:pt x="7806261" y="0"/>
                  </a:lnTo>
                  <a:cubicBezTo>
                    <a:pt x="7850686" y="0"/>
                    <a:pt x="7886700" y="36014"/>
                    <a:pt x="7886700" y="80439"/>
                  </a:cubicBezTo>
                  <a:lnTo>
                    <a:pt x="7886700" y="402186"/>
                  </a:lnTo>
                  <a:cubicBezTo>
                    <a:pt x="7886700" y="446611"/>
                    <a:pt x="7850686" y="482625"/>
                    <a:pt x="7806261" y="482625"/>
                  </a:cubicBezTo>
                  <a:lnTo>
                    <a:pt x="80439" y="482625"/>
                  </a:lnTo>
                  <a:cubicBezTo>
                    <a:pt x="36014" y="482625"/>
                    <a:pt x="0" y="446611"/>
                    <a:pt x="0" y="402186"/>
                  </a:cubicBezTo>
                  <a:lnTo>
                    <a:pt x="0" y="80439"/>
                  </a:lnTo>
                  <a:close/>
                </a:path>
              </a:pathLst>
            </a:custGeom>
          </p:spPr>
          <p:style>
            <a:lnRef idx="0">
              <a:schemeClr val="lt1">
                <a:hueOff val="0"/>
                <a:satOff val="0"/>
                <a:lumOff val="0"/>
                <a:alphaOff val="0"/>
              </a:schemeClr>
            </a:lnRef>
            <a:fillRef idx="3">
              <a:schemeClr val="accent2">
                <a:hueOff val="0"/>
                <a:satOff val="0"/>
                <a:lumOff val="0"/>
                <a:alphaOff val="0"/>
              </a:schemeClr>
            </a:fillRef>
            <a:effectRef idx="3">
              <a:schemeClr val="accent2">
                <a:hueOff val="0"/>
                <a:satOff val="0"/>
                <a:lumOff val="0"/>
                <a:alphaOff val="0"/>
              </a:schemeClr>
            </a:effectRef>
            <a:fontRef idx="minor">
              <a:schemeClr val="lt1"/>
            </a:fontRef>
          </p:style>
          <p:txBody>
            <a:bodyPr spcFirstLastPara="0" vert="horz" wrap="square" lIns="99760" tIns="99760" rIns="99760" bIns="99760" numCol="1" spcCol="1270" anchor="ctr" anchorCtr="0">
              <a:noAutofit/>
            </a:bodyPr>
            <a:lstStyle/>
            <a:p>
              <a:pPr marL="342900" lvl="0" indent="-342900" algn="l" defTabSz="889000">
                <a:lnSpc>
                  <a:spcPct val="90000"/>
                </a:lnSpc>
                <a:spcBef>
                  <a:spcPct val="0"/>
                </a:spcBef>
                <a:spcAft>
                  <a:spcPct val="35000"/>
                </a:spcAft>
                <a:buFont typeface="Wingdings" panose="05000000000000000000" pitchFamily="2" charset="2"/>
                <a:buChar char="Ø"/>
              </a:pPr>
              <a:r>
                <a:rPr lang="en-GB" sz="2000" kern="1200" dirty="0">
                  <a:latin typeface="Times New Roman" panose="02020603050405020304" pitchFamily="18" charset="0"/>
                  <a:cs typeface="Times New Roman" panose="02020603050405020304" pitchFamily="18" charset="0"/>
                </a:rPr>
                <a:t>Introduction</a:t>
              </a:r>
              <a:endParaRPr lang="en-US" sz="2000" kern="1200" dirty="0">
                <a:latin typeface="Times New Roman" panose="02020603050405020304" pitchFamily="18" charset="0"/>
                <a:cs typeface="Times New Roman" panose="02020603050405020304" pitchFamily="18" charset="0"/>
              </a:endParaRPr>
            </a:p>
          </p:txBody>
        </p:sp>
        <p:sp>
          <p:nvSpPr>
            <p:cNvPr id="6" name="Freeform: Shape 5">
              <a:extLst>
                <a:ext uri="{FF2B5EF4-FFF2-40B4-BE49-F238E27FC236}">
                  <a16:creationId xmlns:a16="http://schemas.microsoft.com/office/drawing/2014/main" id="{FF8AAEB1-4804-B29D-F4E3-590DE8834F61}"/>
                </a:ext>
              </a:extLst>
            </p:cNvPr>
            <p:cNvSpPr/>
            <p:nvPr/>
          </p:nvSpPr>
          <p:spPr>
            <a:xfrm>
              <a:off x="508000" y="2029203"/>
              <a:ext cx="7886700" cy="482625"/>
            </a:xfrm>
            <a:custGeom>
              <a:avLst/>
              <a:gdLst>
                <a:gd name="connsiteX0" fmla="*/ 0 w 7886700"/>
                <a:gd name="connsiteY0" fmla="*/ 80439 h 482625"/>
                <a:gd name="connsiteX1" fmla="*/ 80439 w 7886700"/>
                <a:gd name="connsiteY1" fmla="*/ 0 h 482625"/>
                <a:gd name="connsiteX2" fmla="*/ 7806261 w 7886700"/>
                <a:gd name="connsiteY2" fmla="*/ 0 h 482625"/>
                <a:gd name="connsiteX3" fmla="*/ 7886700 w 7886700"/>
                <a:gd name="connsiteY3" fmla="*/ 80439 h 482625"/>
                <a:gd name="connsiteX4" fmla="*/ 7886700 w 7886700"/>
                <a:gd name="connsiteY4" fmla="*/ 402186 h 482625"/>
                <a:gd name="connsiteX5" fmla="*/ 7806261 w 7886700"/>
                <a:gd name="connsiteY5" fmla="*/ 482625 h 482625"/>
                <a:gd name="connsiteX6" fmla="*/ 80439 w 7886700"/>
                <a:gd name="connsiteY6" fmla="*/ 482625 h 482625"/>
                <a:gd name="connsiteX7" fmla="*/ 0 w 7886700"/>
                <a:gd name="connsiteY7" fmla="*/ 402186 h 482625"/>
                <a:gd name="connsiteX8" fmla="*/ 0 w 7886700"/>
                <a:gd name="connsiteY8" fmla="*/ 80439 h 482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86700" h="482625">
                  <a:moveTo>
                    <a:pt x="0" y="80439"/>
                  </a:moveTo>
                  <a:cubicBezTo>
                    <a:pt x="0" y="36014"/>
                    <a:pt x="36014" y="0"/>
                    <a:pt x="80439" y="0"/>
                  </a:cubicBezTo>
                  <a:lnTo>
                    <a:pt x="7806261" y="0"/>
                  </a:lnTo>
                  <a:cubicBezTo>
                    <a:pt x="7850686" y="0"/>
                    <a:pt x="7886700" y="36014"/>
                    <a:pt x="7886700" y="80439"/>
                  </a:cubicBezTo>
                  <a:lnTo>
                    <a:pt x="7886700" y="402186"/>
                  </a:lnTo>
                  <a:cubicBezTo>
                    <a:pt x="7886700" y="446611"/>
                    <a:pt x="7850686" y="482625"/>
                    <a:pt x="7806261" y="482625"/>
                  </a:cubicBezTo>
                  <a:lnTo>
                    <a:pt x="80439" y="482625"/>
                  </a:lnTo>
                  <a:cubicBezTo>
                    <a:pt x="36014" y="482625"/>
                    <a:pt x="0" y="446611"/>
                    <a:pt x="0" y="402186"/>
                  </a:cubicBezTo>
                  <a:lnTo>
                    <a:pt x="0" y="80439"/>
                  </a:lnTo>
                  <a:close/>
                </a:path>
              </a:pathLst>
            </a:custGeom>
          </p:spPr>
          <p:style>
            <a:lnRef idx="0">
              <a:schemeClr val="lt1">
                <a:hueOff val="0"/>
                <a:satOff val="0"/>
                <a:lumOff val="0"/>
                <a:alphaOff val="0"/>
              </a:schemeClr>
            </a:lnRef>
            <a:fillRef idx="3">
              <a:schemeClr val="accent2">
                <a:hueOff val="0"/>
                <a:satOff val="0"/>
                <a:lumOff val="0"/>
                <a:alphaOff val="0"/>
              </a:schemeClr>
            </a:fillRef>
            <a:effectRef idx="3">
              <a:schemeClr val="accent2">
                <a:hueOff val="0"/>
                <a:satOff val="0"/>
                <a:lumOff val="0"/>
                <a:alphaOff val="0"/>
              </a:schemeClr>
            </a:effectRef>
            <a:fontRef idx="minor">
              <a:schemeClr val="lt1"/>
            </a:fontRef>
          </p:style>
          <p:txBody>
            <a:bodyPr spcFirstLastPara="0" vert="horz" wrap="square" lIns="99760" tIns="99760" rIns="99760" bIns="99760" numCol="1" spcCol="1270" anchor="ctr" anchorCtr="0">
              <a:noAutofit/>
            </a:bodyPr>
            <a:lstStyle/>
            <a:p>
              <a:pPr marL="342900" lvl="0" indent="-342900" algn="l" defTabSz="889000">
                <a:lnSpc>
                  <a:spcPct val="90000"/>
                </a:lnSpc>
                <a:spcBef>
                  <a:spcPct val="0"/>
                </a:spcBef>
                <a:spcAft>
                  <a:spcPct val="35000"/>
                </a:spcAft>
                <a:buFont typeface="Wingdings" panose="05000000000000000000" pitchFamily="2" charset="2"/>
                <a:buChar char="Ø"/>
              </a:pPr>
              <a:r>
                <a:rPr lang="en-GB" sz="2000" kern="1200" dirty="0">
                  <a:latin typeface="Times New Roman" panose="02020603050405020304" pitchFamily="18" charset="0"/>
                  <a:cs typeface="Times New Roman" panose="02020603050405020304" pitchFamily="18" charset="0"/>
                </a:rPr>
                <a:t>Objectives</a:t>
              </a:r>
              <a:endParaRPr lang="en-US" sz="2000" kern="1200" dirty="0">
                <a:latin typeface="Times New Roman" panose="02020603050405020304" pitchFamily="18" charset="0"/>
                <a:cs typeface="Times New Roman" panose="02020603050405020304" pitchFamily="18" charset="0"/>
              </a:endParaRPr>
            </a:p>
          </p:txBody>
        </p:sp>
        <p:sp>
          <p:nvSpPr>
            <p:cNvPr id="7" name="Freeform: Shape 6">
              <a:extLst>
                <a:ext uri="{FF2B5EF4-FFF2-40B4-BE49-F238E27FC236}">
                  <a16:creationId xmlns:a16="http://schemas.microsoft.com/office/drawing/2014/main" id="{63BD3B4F-63E3-EB17-301A-4E7A85D5AB32}"/>
                </a:ext>
              </a:extLst>
            </p:cNvPr>
            <p:cNvSpPr/>
            <p:nvPr/>
          </p:nvSpPr>
          <p:spPr>
            <a:xfrm>
              <a:off x="508000" y="2569428"/>
              <a:ext cx="7886700" cy="482625"/>
            </a:xfrm>
            <a:custGeom>
              <a:avLst/>
              <a:gdLst>
                <a:gd name="connsiteX0" fmla="*/ 0 w 7886700"/>
                <a:gd name="connsiteY0" fmla="*/ 80439 h 482625"/>
                <a:gd name="connsiteX1" fmla="*/ 80439 w 7886700"/>
                <a:gd name="connsiteY1" fmla="*/ 0 h 482625"/>
                <a:gd name="connsiteX2" fmla="*/ 7806261 w 7886700"/>
                <a:gd name="connsiteY2" fmla="*/ 0 h 482625"/>
                <a:gd name="connsiteX3" fmla="*/ 7886700 w 7886700"/>
                <a:gd name="connsiteY3" fmla="*/ 80439 h 482625"/>
                <a:gd name="connsiteX4" fmla="*/ 7886700 w 7886700"/>
                <a:gd name="connsiteY4" fmla="*/ 402186 h 482625"/>
                <a:gd name="connsiteX5" fmla="*/ 7806261 w 7886700"/>
                <a:gd name="connsiteY5" fmla="*/ 482625 h 482625"/>
                <a:gd name="connsiteX6" fmla="*/ 80439 w 7886700"/>
                <a:gd name="connsiteY6" fmla="*/ 482625 h 482625"/>
                <a:gd name="connsiteX7" fmla="*/ 0 w 7886700"/>
                <a:gd name="connsiteY7" fmla="*/ 402186 h 482625"/>
                <a:gd name="connsiteX8" fmla="*/ 0 w 7886700"/>
                <a:gd name="connsiteY8" fmla="*/ 80439 h 482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86700" h="482625">
                  <a:moveTo>
                    <a:pt x="0" y="80439"/>
                  </a:moveTo>
                  <a:cubicBezTo>
                    <a:pt x="0" y="36014"/>
                    <a:pt x="36014" y="0"/>
                    <a:pt x="80439" y="0"/>
                  </a:cubicBezTo>
                  <a:lnTo>
                    <a:pt x="7806261" y="0"/>
                  </a:lnTo>
                  <a:cubicBezTo>
                    <a:pt x="7850686" y="0"/>
                    <a:pt x="7886700" y="36014"/>
                    <a:pt x="7886700" y="80439"/>
                  </a:cubicBezTo>
                  <a:lnTo>
                    <a:pt x="7886700" y="402186"/>
                  </a:lnTo>
                  <a:cubicBezTo>
                    <a:pt x="7886700" y="446611"/>
                    <a:pt x="7850686" y="482625"/>
                    <a:pt x="7806261" y="482625"/>
                  </a:cubicBezTo>
                  <a:lnTo>
                    <a:pt x="80439" y="482625"/>
                  </a:lnTo>
                  <a:cubicBezTo>
                    <a:pt x="36014" y="482625"/>
                    <a:pt x="0" y="446611"/>
                    <a:pt x="0" y="402186"/>
                  </a:cubicBezTo>
                  <a:lnTo>
                    <a:pt x="0" y="80439"/>
                  </a:lnTo>
                  <a:close/>
                </a:path>
              </a:pathLst>
            </a:custGeom>
          </p:spPr>
          <p:style>
            <a:lnRef idx="0">
              <a:schemeClr val="lt1">
                <a:hueOff val="0"/>
                <a:satOff val="0"/>
                <a:lumOff val="0"/>
                <a:alphaOff val="0"/>
              </a:schemeClr>
            </a:lnRef>
            <a:fillRef idx="3">
              <a:schemeClr val="accent2">
                <a:hueOff val="0"/>
                <a:satOff val="0"/>
                <a:lumOff val="0"/>
                <a:alphaOff val="0"/>
              </a:schemeClr>
            </a:fillRef>
            <a:effectRef idx="3">
              <a:schemeClr val="accent2">
                <a:hueOff val="0"/>
                <a:satOff val="0"/>
                <a:lumOff val="0"/>
                <a:alphaOff val="0"/>
              </a:schemeClr>
            </a:effectRef>
            <a:fontRef idx="minor">
              <a:schemeClr val="lt1"/>
            </a:fontRef>
          </p:style>
          <p:txBody>
            <a:bodyPr spcFirstLastPara="0" vert="horz" wrap="square" lIns="99760" tIns="99760" rIns="99760" bIns="99760" numCol="1" spcCol="1270" anchor="ctr" anchorCtr="0">
              <a:noAutofit/>
            </a:bodyPr>
            <a:lstStyle/>
            <a:p>
              <a:pPr marL="342900" lvl="0" indent="-342900" algn="l" defTabSz="889000">
                <a:lnSpc>
                  <a:spcPct val="90000"/>
                </a:lnSpc>
                <a:spcBef>
                  <a:spcPct val="0"/>
                </a:spcBef>
                <a:spcAft>
                  <a:spcPct val="35000"/>
                </a:spcAft>
                <a:buFont typeface="Wingdings" panose="05000000000000000000" pitchFamily="2" charset="2"/>
                <a:buChar char="Ø"/>
              </a:pPr>
              <a:r>
                <a:rPr lang="en-IN" sz="2000" kern="1200" dirty="0"/>
                <a:t>Problem </a:t>
              </a:r>
              <a:r>
                <a:rPr lang="en-IN" sz="2000" kern="1200" dirty="0">
                  <a:latin typeface="Times New Roman" panose="02020603050405020304" pitchFamily="18" charset="0"/>
                  <a:cs typeface="Times New Roman" panose="02020603050405020304" pitchFamily="18" charset="0"/>
                </a:rPr>
                <a:t>Statement</a:t>
              </a:r>
              <a:endParaRPr lang="en-US" sz="2000" kern="1200" dirty="0">
                <a:latin typeface="Times New Roman" panose="02020603050405020304" pitchFamily="18" charset="0"/>
                <a:cs typeface="Times New Roman" panose="02020603050405020304" pitchFamily="18" charset="0"/>
              </a:endParaRPr>
            </a:p>
          </p:txBody>
        </p:sp>
        <p:sp>
          <p:nvSpPr>
            <p:cNvPr id="9" name="Freeform: Shape 8">
              <a:extLst>
                <a:ext uri="{FF2B5EF4-FFF2-40B4-BE49-F238E27FC236}">
                  <a16:creationId xmlns:a16="http://schemas.microsoft.com/office/drawing/2014/main" id="{1D398678-82ED-78DF-CB69-2F1E6E6C6391}"/>
                </a:ext>
              </a:extLst>
            </p:cNvPr>
            <p:cNvSpPr/>
            <p:nvPr/>
          </p:nvSpPr>
          <p:spPr>
            <a:xfrm>
              <a:off x="508000" y="3109654"/>
              <a:ext cx="7886700" cy="482625"/>
            </a:xfrm>
            <a:custGeom>
              <a:avLst/>
              <a:gdLst>
                <a:gd name="connsiteX0" fmla="*/ 0 w 7886700"/>
                <a:gd name="connsiteY0" fmla="*/ 80439 h 482625"/>
                <a:gd name="connsiteX1" fmla="*/ 80439 w 7886700"/>
                <a:gd name="connsiteY1" fmla="*/ 0 h 482625"/>
                <a:gd name="connsiteX2" fmla="*/ 7806261 w 7886700"/>
                <a:gd name="connsiteY2" fmla="*/ 0 h 482625"/>
                <a:gd name="connsiteX3" fmla="*/ 7886700 w 7886700"/>
                <a:gd name="connsiteY3" fmla="*/ 80439 h 482625"/>
                <a:gd name="connsiteX4" fmla="*/ 7886700 w 7886700"/>
                <a:gd name="connsiteY4" fmla="*/ 402186 h 482625"/>
                <a:gd name="connsiteX5" fmla="*/ 7806261 w 7886700"/>
                <a:gd name="connsiteY5" fmla="*/ 482625 h 482625"/>
                <a:gd name="connsiteX6" fmla="*/ 80439 w 7886700"/>
                <a:gd name="connsiteY6" fmla="*/ 482625 h 482625"/>
                <a:gd name="connsiteX7" fmla="*/ 0 w 7886700"/>
                <a:gd name="connsiteY7" fmla="*/ 402186 h 482625"/>
                <a:gd name="connsiteX8" fmla="*/ 0 w 7886700"/>
                <a:gd name="connsiteY8" fmla="*/ 80439 h 482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86700" h="482625">
                  <a:moveTo>
                    <a:pt x="0" y="80439"/>
                  </a:moveTo>
                  <a:cubicBezTo>
                    <a:pt x="0" y="36014"/>
                    <a:pt x="36014" y="0"/>
                    <a:pt x="80439" y="0"/>
                  </a:cubicBezTo>
                  <a:lnTo>
                    <a:pt x="7806261" y="0"/>
                  </a:lnTo>
                  <a:cubicBezTo>
                    <a:pt x="7850686" y="0"/>
                    <a:pt x="7886700" y="36014"/>
                    <a:pt x="7886700" y="80439"/>
                  </a:cubicBezTo>
                  <a:lnTo>
                    <a:pt x="7886700" y="402186"/>
                  </a:lnTo>
                  <a:cubicBezTo>
                    <a:pt x="7886700" y="446611"/>
                    <a:pt x="7850686" y="482625"/>
                    <a:pt x="7806261" y="482625"/>
                  </a:cubicBezTo>
                  <a:lnTo>
                    <a:pt x="80439" y="482625"/>
                  </a:lnTo>
                  <a:cubicBezTo>
                    <a:pt x="36014" y="482625"/>
                    <a:pt x="0" y="446611"/>
                    <a:pt x="0" y="402186"/>
                  </a:cubicBezTo>
                  <a:lnTo>
                    <a:pt x="0" y="80439"/>
                  </a:lnTo>
                  <a:close/>
                </a:path>
              </a:pathLst>
            </a:custGeom>
          </p:spPr>
          <p:style>
            <a:lnRef idx="0">
              <a:schemeClr val="lt1">
                <a:hueOff val="0"/>
                <a:satOff val="0"/>
                <a:lumOff val="0"/>
                <a:alphaOff val="0"/>
              </a:schemeClr>
            </a:lnRef>
            <a:fillRef idx="3">
              <a:schemeClr val="accent2">
                <a:hueOff val="0"/>
                <a:satOff val="0"/>
                <a:lumOff val="0"/>
                <a:alphaOff val="0"/>
              </a:schemeClr>
            </a:fillRef>
            <a:effectRef idx="3">
              <a:schemeClr val="accent2">
                <a:hueOff val="0"/>
                <a:satOff val="0"/>
                <a:lumOff val="0"/>
                <a:alphaOff val="0"/>
              </a:schemeClr>
            </a:effectRef>
            <a:fontRef idx="minor">
              <a:schemeClr val="lt1"/>
            </a:fontRef>
          </p:style>
          <p:txBody>
            <a:bodyPr spcFirstLastPara="0" vert="horz" wrap="square" lIns="99760" tIns="99760" rIns="99760" bIns="99760" numCol="1" spcCol="1270" anchor="ctr" anchorCtr="0">
              <a:noAutofit/>
            </a:bodyPr>
            <a:lstStyle/>
            <a:p>
              <a:pPr marL="342900" lvl="0" indent="-342900" algn="l" defTabSz="889000">
                <a:lnSpc>
                  <a:spcPct val="90000"/>
                </a:lnSpc>
                <a:spcBef>
                  <a:spcPct val="0"/>
                </a:spcBef>
                <a:spcAft>
                  <a:spcPct val="35000"/>
                </a:spcAft>
                <a:buFont typeface="Wingdings" panose="05000000000000000000" pitchFamily="2" charset="2"/>
                <a:buChar char="Ø"/>
              </a:pPr>
              <a:r>
                <a:rPr lang="en-US" sz="2000" kern="1200" dirty="0">
                  <a:latin typeface="Times New Roman" panose="02020603050405020304" pitchFamily="18" charset="0"/>
                  <a:cs typeface="Times New Roman" panose="02020603050405020304" pitchFamily="18" charset="0"/>
                </a:rPr>
                <a:t>Conclusion</a:t>
              </a:r>
            </a:p>
          </p:txBody>
        </p:sp>
        <p:sp>
          <p:nvSpPr>
            <p:cNvPr id="11" name="Freeform: Shape 10">
              <a:extLst>
                <a:ext uri="{FF2B5EF4-FFF2-40B4-BE49-F238E27FC236}">
                  <a16:creationId xmlns:a16="http://schemas.microsoft.com/office/drawing/2014/main" id="{B7FD7EDD-557B-E7FE-2438-71DC72C8FD57}"/>
                </a:ext>
              </a:extLst>
            </p:cNvPr>
            <p:cNvSpPr/>
            <p:nvPr/>
          </p:nvSpPr>
          <p:spPr>
            <a:xfrm>
              <a:off x="508000" y="3649879"/>
              <a:ext cx="7886700" cy="482625"/>
            </a:xfrm>
            <a:custGeom>
              <a:avLst/>
              <a:gdLst>
                <a:gd name="connsiteX0" fmla="*/ 0 w 7886700"/>
                <a:gd name="connsiteY0" fmla="*/ 80439 h 482625"/>
                <a:gd name="connsiteX1" fmla="*/ 80439 w 7886700"/>
                <a:gd name="connsiteY1" fmla="*/ 0 h 482625"/>
                <a:gd name="connsiteX2" fmla="*/ 7806261 w 7886700"/>
                <a:gd name="connsiteY2" fmla="*/ 0 h 482625"/>
                <a:gd name="connsiteX3" fmla="*/ 7886700 w 7886700"/>
                <a:gd name="connsiteY3" fmla="*/ 80439 h 482625"/>
                <a:gd name="connsiteX4" fmla="*/ 7886700 w 7886700"/>
                <a:gd name="connsiteY4" fmla="*/ 402186 h 482625"/>
                <a:gd name="connsiteX5" fmla="*/ 7806261 w 7886700"/>
                <a:gd name="connsiteY5" fmla="*/ 482625 h 482625"/>
                <a:gd name="connsiteX6" fmla="*/ 80439 w 7886700"/>
                <a:gd name="connsiteY6" fmla="*/ 482625 h 482625"/>
                <a:gd name="connsiteX7" fmla="*/ 0 w 7886700"/>
                <a:gd name="connsiteY7" fmla="*/ 402186 h 482625"/>
                <a:gd name="connsiteX8" fmla="*/ 0 w 7886700"/>
                <a:gd name="connsiteY8" fmla="*/ 80439 h 482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86700" h="482625">
                  <a:moveTo>
                    <a:pt x="0" y="80439"/>
                  </a:moveTo>
                  <a:cubicBezTo>
                    <a:pt x="0" y="36014"/>
                    <a:pt x="36014" y="0"/>
                    <a:pt x="80439" y="0"/>
                  </a:cubicBezTo>
                  <a:lnTo>
                    <a:pt x="7806261" y="0"/>
                  </a:lnTo>
                  <a:cubicBezTo>
                    <a:pt x="7850686" y="0"/>
                    <a:pt x="7886700" y="36014"/>
                    <a:pt x="7886700" y="80439"/>
                  </a:cubicBezTo>
                  <a:lnTo>
                    <a:pt x="7886700" y="402186"/>
                  </a:lnTo>
                  <a:cubicBezTo>
                    <a:pt x="7886700" y="446611"/>
                    <a:pt x="7850686" y="482625"/>
                    <a:pt x="7806261" y="482625"/>
                  </a:cubicBezTo>
                  <a:lnTo>
                    <a:pt x="80439" y="482625"/>
                  </a:lnTo>
                  <a:cubicBezTo>
                    <a:pt x="36014" y="482625"/>
                    <a:pt x="0" y="446611"/>
                    <a:pt x="0" y="402186"/>
                  </a:cubicBezTo>
                  <a:lnTo>
                    <a:pt x="0" y="80439"/>
                  </a:lnTo>
                  <a:close/>
                </a:path>
              </a:pathLst>
            </a:custGeom>
          </p:spPr>
          <p:style>
            <a:lnRef idx="0">
              <a:schemeClr val="lt1">
                <a:hueOff val="0"/>
                <a:satOff val="0"/>
                <a:lumOff val="0"/>
                <a:alphaOff val="0"/>
              </a:schemeClr>
            </a:lnRef>
            <a:fillRef idx="3">
              <a:schemeClr val="accent2">
                <a:hueOff val="0"/>
                <a:satOff val="0"/>
                <a:lumOff val="0"/>
                <a:alphaOff val="0"/>
              </a:schemeClr>
            </a:fillRef>
            <a:effectRef idx="3">
              <a:schemeClr val="accent2">
                <a:hueOff val="0"/>
                <a:satOff val="0"/>
                <a:lumOff val="0"/>
                <a:alphaOff val="0"/>
              </a:schemeClr>
            </a:effectRef>
            <a:fontRef idx="minor">
              <a:schemeClr val="lt1"/>
            </a:fontRef>
          </p:style>
          <p:txBody>
            <a:bodyPr spcFirstLastPara="0" vert="horz" wrap="square" lIns="99760" tIns="99760" rIns="99760" bIns="99760" numCol="1" spcCol="1270" anchor="ctr" anchorCtr="0">
              <a:noAutofit/>
            </a:bodyPr>
            <a:lstStyle/>
            <a:p>
              <a:pPr marL="342900" lvl="0" indent="-342900" algn="l" defTabSz="889000">
                <a:lnSpc>
                  <a:spcPct val="90000"/>
                </a:lnSpc>
                <a:spcBef>
                  <a:spcPct val="0"/>
                </a:spcBef>
                <a:spcAft>
                  <a:spcPct val="35000"/>
                </a:spcAft>
                <a:buFont typeface="Wingdings" panose="05000000000000000000" pitchFamily="2" charset="2"/>
                <a:buChar char="Ø"/>
              </a:pPr>
              <a:r>
                <a:rPr lang="en-US" sz="2000" kern="1200" dirty="0"/>
                <a:t>Proposed </a:t>
              </a:r>
              <a:r>
                <a:rPr lang="en-US" sz="2000" kern="1200" dirty="0">
                  <a:latin typeface="Times New Roman" panose="02020603050405020304" pitchFamily="18" charset="0"/>
                  <a:cs typeface="Times New Roman" panose="02020603050405020304" pitchFamily="18" charset="0"/>
                </a:rPr>
                <a:t>Methodology</a:t>
              </a:r>
            </a:p>
          </p:txBody>
        </p:sp>
        <p:sp>
          <p:nvSpPr>
            <p:cNvPr id="12" name="Freeform: Shape 11">
              <a:extLst>
                <a:ext uri="{FF2B5EF4-FFF2-40B4-BE49-F238E27FC236}">
                  <a16:creationId xmlns:a16="http://schemas.microsoft.com/office/drawing/2014/main" id="{72833818-139C-31F3-0933-7365FB96139B}"/>
                </a:ext>
              </a:extLst>
            </p:cNvPr>
            <p:cNvSpPr/>
            <p:nvPr/>
          </p:nvSpPr>
          <p:spPr>
            <a:xfrm>
              <a:off x="508000" y="4190104"/>
              <a:ext cx="7886700" cy="482625"/>
            </a:xfrm>
            <a:custGeom>
              <a:avLst/>
              <a:gdLst>
                <a:gd name="connsiteX0" fmla="*/ 0 w 7886700"/>
                <a:gd name="connsiteY0" fmla="*/ 80439 h 482625"/>
                <a:gd name="connsiteX1" fmla="*/ 80439 w 7886700"/>
                <a:gd name="connsiteY1" fmla="*/ 0 h 482625"/>
                <a:gd name="connsiteX2" fmla="*/ 7806261 w 7886700"/>
                <a:gd name="connsiteY2" fmla="*/ 0 h 482625"/>
                <a:gd name="connsiteX3" fmla="*/ 7886700 w 7886700"/>
                <a:gd name="connsiteY3" fmla="*/ 80439 h 482625"/>
                <a:gd name="connsiteX4" fmla="*/ 7886700 w 7886700"/>
                <a:gd name="connsiteY4" fmla="*/ 402186 h 482625"/>
                <a:gd name="connsiteX5" fmla="*/ 7806261 w 7886700"/>
                <a:gd name="connsiteY5" fmla="*/ 482625 h 482625"/>
                <a:gd name="connsiteX6" fmla="*/ 80439 w 7886700"/>
                <a:gd name="connsiteY6" fmla="*/ 482625 h 482625"/>
                <a:gd name="connsiteX7" fmla="*/ 0 w 7886700"/>
                <a:gd name="connsiteY7" fmla="*/ 402186 h 482625"/>
                <a:gd name="connsiteX8" fmla="*/ 0 w 7886700"/>
                <a:gd name="connsiteY8" fmla="*/ 80439 h 482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86700" h="482625">
                  <a:moveTo>
                    <a:pt x="0" y="80439"/>
                  </a:moveTo>
                  <a:cubicBezTo>
                    <a:pt x="0" y="36014"/>
                    <a:pt x="36014" y="0"/>
                    <a:pt x="80439" y="0"/>
                  </a:cubicBezTo>
                  <a:lnTo>
                    <a:pt x="7806261" y="0"/>
                  </a:lnTo>
                  <a:cubicBezTo>
                    <a:pt x="7850686" y="0"/>
                    <a:pt x="7886700" y="36014"/>
                    <a:pt x="7886700" y="80439"/>
                  </a:cubicBezTo>
                  <a:lnTo>
                    <a:pt x="7886700" y="402186"/>
                  </a:lnTo>
                  <a:cubicBezTo>
                    <a:pt x="7886700" y="446611"/>
                    <a:pt x="7850686" y="482625"/>
                    <a:pt x="7806261" y="482625"/>
                  </a:cubicBezTo>
                  <a:lnTo>
                    <a:pt x="80439" y="482625"/>
                  </a:lnTo>
                  <a:cubicBezTo>
                    <a:pt x="36014" y="482625"/>
                    <a:pt x="0" y="446611"/>
                    <a:pt x="0" y="402186"/>
                  </a:cubicBezTo>
                  <a:lnTo>
                    <a:pt x="0" y="80439"/>
                  </a:lnTo>
                  <a:close/>
                </a:path>
              </a:pathLst>
            </a:custGeom>
          </p:spPr>
          <p:style>
            <a:lnRef idx="0">
              <a:schemeClr val="lt1">
                <a:hueOff val="0"/>
                <a:satOff val="0"/>
                <a:lumOff val="0"/>
                <a:alphaOff val="0"/>
              </a:schemeClr>
            </a:lnRef>
            <a:fillRef idx="3">
              <a:schemeClr val="accent2">
                <a:hueOff val="0"/>
                <a:satOff val="0"/>
                <a:lumOff val="0"/>
                <a:alphaOff val="0"/>
              </a:schemeClr>
            </a:fillRef>
            <a:effectRef idx="3">
              <a:schemeClr val="accent2">
                <a:hueOff val="0"/>
                <a:satOff val="0"/>
                <a:lumOff val="0"/>
                <a:alphaOff val="0"/>
              </a:schemeClr>
            </a:effectRef>
            <a:fontRef idx="minor">
              <a:schemeClr val="lt1"/>
            </a:fontRef>
          </p:style>
          <p:txBody>
            <a:bodyPr spcFirstLastPara="0" vert="horz" wrap="square" lIns="99760" tIns="99760" rIns="99760" bIns="99760" numCol="1" spcCol="1270" anchor="ctr" anchorCtr="0">
              <a:noAutofit/>
            </a:bodyPr>
            <a:lstStyle/>
            <a:p>
              <a:pPr marL="342900" lvl="0" indent="-342900" algn="l" defTabSz="889000">
                <a:lnSpc>
                  <a:spcPct val="90000"/>
                </a:lnSpc>
                <a:spcBef>
                  <a:spcPct val="0"/>
                </a:spcBef>
                <a:spcAft>
                  <a:spcPct val="35000"/>
                </a:spcAft>
                <a:buFont typeface="Wingdings" panose="05000000000000000000" pitchFamily="2" charset="2"/>
                <a:buChar char="Ø"/>
              </a:pPr>
              <a:r>
                <a:rPr lang="en-US" sz="2000" kern="1200" dirty="0"/>
                <a:t>Tools &amp; </a:t>
              </a:r>
              <a:r>
                <a:rPr lang="en-US" sz="2000" kern="1200" dirty="0">
                  <a:latin typeface="Times New Roman" panose="02020603050405020304" pitchFamily="18" charset="0"/>
                  <a:cs typeface="Times New Roman" panose="02020603050405020304" pitchFamily="18" charset="0"/>
                </a:rPr>
                <a:t>Technologies</a:t>
              </a:r>
            </a:p>
          </p:txBody>
        </p:sp>
        <p:sp>
          <p:nvSpPr>
            <p:cNvPr id="13" name="Freeform: Shape 12">
              <a:extLst>
                <a:ext uri="{FF2B5EF4-FFF2-40B4-BE49-F238E27FC236}">
                  <a16:creationId xmlns:a16="http://schemas.microsoft.com/office/drawing/2014/main" id="{B30ABCCE-CA52-18D1-9C66-B05845EF0AB7}"/>
                </a:ext>
              </a:extLst>
            </p:cNvPr>
            <p:cNvSpPr/>
            <p:nvPr/>
          </p:nvSpPr>
          <p:spPr>
            <a:xfrm>
              <a:off x="508000" y="4730329"/>
              <a:ext cx="7886700" cy="482625"/>
            </a:xfrm>
            <a:custGeom>
              <a:avLst/>
              <a:gdLst>
                <a:gd name="connsiteX0" fmla="*/ 0 w 7886700"/>
                <a:gd name="connsiteY0" fmla="*/ 80439 h 482625"/>
                <a:gd name="connsiteX1" fmla="*/ 80439 w 7886700"/>
                <a:gd name="connsiteY1" fmla="*/ 0 h 482625"/>
                <a:gd name="connsiteX2" fmla="*/ 7806261 w 7886700"/>
                <a:gd name="connsiteY2" fmla="*/ 0 h 482625"/>
                <a:gd name="connsiteX3" fmla="*/ 7886700 w 7886700"/>
                <a:gd name="connsiteY3" fmla="*/ 80439 h 482625"/>
                <a:gd name="connsiteX4" fmla="*/ 7886700 w 7886700"/>
                <a:gd name="connsiteY4" fmla="*/ 402186 h 482625"/>
                <a:gd name="connsiteX5" fmla="*/ 7806261 w 7886700"/>
                <a:gd name="connsiteY5" fmla="*/ 482625 h 482625"/>
                <a:gd name="connsiteX6" fmla="*/ 80439 w 7886700"/>
                <a:gd name="connsiteY6" fmla="*/ 482625 h 482625"/>
                <a:gd name="connsiteX7" fmla="*/ 0 w 7886700"/>
                <a:gd name="connsiteY7" fmla="*/ 402186 h 482625"/>
                <a:gd name="connsiteX8" fmla="*/ 0 w 7886700"/>
                <a:gd name="connsiteY8" fmla="*/ 80439 h 482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86700" h="482625">
                  <a:moveTo>
                    <a:pt x="0" y="80439"/>
                  </a:moveTo>
                  <a:cubicBezTo>
                    <a:pt x="0" y="36014"/>
                    <a:pt x="36014" y="0"/>
                    <a:pt x="80439" y="0"/>
                  </a:cubicBezTo>
                  <a:lnTo>
                    <a:pt x="7806261" y="0"/>
                  </a:lnTo>
                  <a:cubicBezTo>
                    <a:pt x="7850686" y="0"/>
                    <a:pt x="7886700" y="36014"/>
                    <a:pt x="7886700" y="80439"/>
                  </a:cubicBezTo>
                  <a:lnTo>
                    <a:pt x="7886700" y="402186"/>
                  </a:lnTo>
                  <a:cubicBezTo>
                    <a:pt x="7886700" y="446611"/>
                    <a:pt x="7850686" y="482625"/>
                    <a:pt x="7806261" y="482625"/>
                  </a:cubicBezTo>
                  <a:lnTo>
                    <a:pt x="80439" y="482625"/>
                  </a:lnTo>
                  <a:cubicBezTo>
                    <a:pt x="36014" y="482625"/>
                    <a:pt x="0" y="446611"/>
                    <a:pt x="0" y="402186"/>
                  </a:cubicBezTo>
                  <a:lnTo>
                    <a:pt x="0" y="80439"/>
                  </a:lnTo>
                  <a:close/>
                </a:path>
              </a:pathLst>
            </a:custGeom>
          </p:spPr>
          <p:style>
            <a:lnRef idx="0">
              <a:schemeClr val="lt1">
                <a:hueOff val="0"/>
                <a:satOff val="0"/>
                <a:lumOff val="0"/>
                <a:alphaOff val="0"/>
              </a:schemeClr>
            </a:lnRef>
            <a:fillRef idx="3">
              <a:schemeClr val="accent2">
                <a:hueOff val="0"/>
                <a:satOff val="0"/>
                <a:lumOff val="0"/>
                <a:alphaOff val="0"/>
              </a:schemeClr>
            </a:fillRef>
            <a:effectRef idx="3">
              <a:schemeClr val="accent2">
                <a:hueOff val="0"/>
                <a:satOff val="0"/>
                <a:lumOff val="0"/>
                <a:alphaOff val="0"/>
              </a:schemeClr>
            </a:effectRef>
            <a:fontRef idx="minor">
              <a:schemeClr val="lt1"/>
            </a:fontRef>
          </p:style>
          <p:txBody>
            <a:bodyPr spcFirstLastPara="0" vert="horz" wrap="square" lIns="99760" tIns="99760" rIns="99760" bIns="99760" numCol="1" spcCol="1270" anchor="ctr" anchorCtr="0">
              <a:noAutofit/>
            </a:bodyPr>
            <a:lstStyle/>
            <a:p>
              <a:pPr marL="342900" lvl="0" indent="-342900" algn="l" defTabSz="889000">
                <a:lnSpc>
                  <a:spcPct val="90000"/>
                </a:lnSpc>
                <a:spcBef>
                  <a:spcPct val="0"/>
                </a:spcBef>
                <a:spcAft>
                  <a:spcPct val="35000"/>
                </a:spcAft>
                <a:buFont typeface="Wingdings" panose="05000000000000000000" pitchFamily="2" charset="2"/>
                <a:buChar char="Ø"/>
              </a:pPr>
              <a:r>
                <a:rPr lang="en-US" sz="2000" kern="1200" dirty="0">
                  <a:latin typeface="Times New Roman" panose="02020603050405020304" pitchFamily="18" charset="0"/>
                  <a:cs typeface="Times New Roman" panose="02020603050405020304" pitchFamily="18" charset="0"/>
                </a:rPr>
                <a:t>Expected Outcomes</a:t>
              </a:r>
            </a:p>
          </p:txBody>
        </p:sp>
        <p:sp>
          <p:nvSpPr>
            <p:cNvPr id="14" name="Freeform: Shape 13">
              <a:extLst>
                <a:ext uri="{FF2B5EF4-FFF2-40B4-BE49-F238E27FC236}">
                  <a16:creationId xmlns:a16="http://schemas.microsoft.com/office/drawing/2014/main" id="{22939E1C-DAE8-7985-C804-62A1C74B8981}"/>
                </a:ext>
              </a:extLst>
            </p:cNvPr>
            <p:cNvSpPr/>
            <p:nvPr/>
          </p:nvSpPr>
          <p:spPr>
            <a:xfrm>
              <a:off x="508000" y="5270554"/>
              <a:ext cx="7886700" cy="482625"/>
            </a:xfrm>
            <a:custGeom>
              <a:avLst/>
              <a:gdLst>
                <a:gd name="connsiteX0" fmla="*/ 0 w 7886700"/>
                <a:gd name="connsiteY0" fmla="*/ 80439 h 482625"/>
                <a:gd name="connsiteX1" fmla="*/ 80439 w 7886700"/>
                <a:gd name="connsiteY1" fmla="*/ 0 h 482625"/>
                <a:gd name="connsiteX2" fmla="*/ 7806261 w 7886700"/>
                <a:gd name="connsiteY2" fmla="*/ 0 h 482625"/>
                <a:gd name="connsiteX3" fmla="*/ 7886700 w 7886700"/>
                <a:gd name="connsiteY3" fmla="*/ 80439 h 482625"/>
                <a:gd name="connsiteX4" fmla="*/ 7886700 w 7886700"/>
                <a:gd name="connsiteY4" fmla="*/ 402186 h 482625"/>
                <a:gd name="connsiteX5" fmla="*/ 7806261 w 7886700"/>
                <a:gd name="connsiteY5" fmla="*/ 482625 h 482625"/>
                <a:gd name="connsiteX6" fmla="*/ 80439 w 7886700"/>
                <a:gd name="connsiteY6" fmla="*/ 482625 h 482625"/>
                <a:gd name="connsiteX7" fmla="*/ 0 w 7886700"/>
                <a:gd name="connsiteY7" fmla="*/ 402186 h 482625"/>
                <a:gd name="connsiteX8" fmla="*/ 0 w 7886700"/>
                <a:gd name="connsiteY8" fmla="*/ 80439 h 482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86700" h="482625">
                  <a:moveTo>
                    <a:pt x="0" y="80439"/>
                  </a:moveTo>
                  <a:cubicBezTo>
                    <a:pt x="0" y="36014"/>
                    <a:pt x="36014" y="0"/>
                    <a:pt x="80439" y="0"/>
                  </a:cubicBezTo>
                  <a:lnTo>
                    <a:pt x="7806261" y="0"/>
                  </a:lnTo>
                  <a:cubicBezTo>
                    <a:pt x="7850686" y="0"/>
                    <a:pt x="7886700" y="36014"/>
                    <a:pt x="7886700" y="80439"/>
                  </a:cubicBezTo>
                  <a:lnTo>
                    <a:pt x="7886700" y="402186"/>
                  </a:lnTo>
                  <a:cubicBezTo>
                    <a:pt x="7886700" y="446611"/>
                    <a:pt x="7850686" y="482625"/>
                    <a:pt x="7806261" y="482625"/>
                  </a:cubicBezTo>
                  <a:lnTo>
                    <a:pt x="80439" y="482625"/>
                  </a:lnTo>
                  <a:cubicBezTo>
                    <a:pt x="36014" y="482625"/>
                    <a:pt x="0" y="446611"/>
                    <a:pt x="0" y="402186"/>
                  </a:cubicBezTo>
                  <a:lnTo>
                    <a:pt x="0" y="80439"/>
                  </a:lnTo>
                  <a:close/>
                </a:path>
              </a:pathLst>
            </a:custGeom>
          </p:spPr>
          <p:style>
            <a:lnRef idx="0">
              <a:schemeClr val="lt1">
                <a:hueOff val="0"/>
                <a:satOff val="0"/>
                <a:lumOff val="0"/>
                <a:alphaOff val="0"/>
              </a:schemeClr>
            </a:lnRef>
            <a:fillRef idx="3">
              <a:schemeClr val="accent2">
                <a:hueOff val="0"/>
                <a:satOff val="0"/>
                <a:lumOff val="0"/>
                <a:alphaOff val="0"/>
              </a:schemeClr>
            </a:fillRef>
            <a:effectRef idx="3">
              <a:schemeClr val="accent2">
                <a:hueOff val="0"/>
                <a:satOff val="0"/>
                <a:lumOff val="0"/>
                <a:alphaOff val="0"/>
              </a:schemeClr>
            </a:effectRef>
            <a:fontRef idx="minor">
              <a:schemeClr val="lt1"/>
            </a:fontRef>
          </p:style>
          <p:txBody>
            <a:bodyPr spcFirstLastPara="0" vert="horz" wrap="square" lIns="99760" tIns="99760" rIns="99760" bIns="99760" numCol="1" spcCol="1270" anchor="ctr" anchorCtr="0">
              <a:noAutofit/>
            </a:bodyPr>
            <a:lstStyle/>
            <a:p>
              <a:pPr marL="342900" lvl="0" indent="-342900" algn="l" defTabSz="889000">
                <a:lnSpc>
                  <a:spcPct val="90000"/>
                </a:lnSpc>
                <a:spcBef>
                  <a:spcPct val="0"/>
                </a:spcBef>
                <a:spcAft>
                  <a:spcPct val="35000"/>
                </a:spcAft>
                <a:buFont typeface="Wingdings" panose="05000000000000000000" pitchFamily="2" charset="2"/>
                <a:buChar char="Ø"/>
              </a:pPr>
              <a:r>
                <a:rPr lang="en-US" sz="2000" kern="1200" dirty="0" err="1">
                  <a:latin typeface="Times New Roman" panose="02020603050405020304" pitchFamily="18" charset="0"/>
                  <a:cs typeface="Times New Roman" panose="02020603050405020304" pitchFamily="18" charset="0"/>
                </a:rPr>
                <a:t>Conculsion</a:t>
              </a:r>
              <a:endParaRPr lang="en-US" sz="2000" kern="1200" dirty="0">
                <a:latin typeface="Times New Roman" panose="02020603050405020304" pitchFamily="18" charset="0"/>
                <a:cs typeface="Times New Roman" panose="02020603050405020304" pitchFamily="18" charset="0"/>
              </a:endParaRPr>
            </a:p>
          </p:txBody>
        </p:sp>
      </p:grpSp>
    </p:spTree>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36">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2"/>
          </a:solidFill>
          <a:ln w="8199" cap="flat">
            <a:noFill/>
            <a:prstDash val="solid"/>
            <a:miter/>
          </a:ln>
        </p:spPr>
        <p:txBody>
          <a:bodyPr rtlCol="0" anchor="ctr"/>
          <a:lstStyle/>
          <a:p>
            <a:endParaRPr lang="en-US"/>
          </a:p>
        </p:txBody>
      </p:sp>
      <p:sp>
        <p:nvSpPr>
          <p:cNvPr id="3" name="TextBox 2">
            <a:extLst>
              <a:ext uri="{FF2B5EF4-FFF2-40B4-BE49-F238E27FC236}">
                <a16:creationId xmlns:a16="http://schemas.microsoft.com/office/drawing/2014/main" id="{43AFD0E7-DA99-FB31-4E05-8224EBED6C5D}"/>
              </a:ext>
            </a:extLst>
          </p:cNvPr>
          <p:cNvSpPr txBox="1"/>
          <p:nvPr/>
        </p:nvSpPr>
        <p:spPr>
          <a:xfrm>
            <a:off x="628650" y="401221"/>
            <a:ext cx="7886700" cy="1348065"/>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700" kern="1200" dirty="0">
                <a:solidFill>
                  <a:srgbClr val="FFFFFF"/>
                </a:solidFill>
                <a:latin typeface="Times New Roman" panose="02020603050405020304" pitchFamily="18" charset="0"/>
                <a:ea typeface="+mj-ea"/>
                <a:cs typeface="Times New Roman" panose="02020603050405020304" pitchFamily="18" charset="0"/>
              </a:rPr>
              <a:t>Introduction</a:t>
            </a:r>
          </a:p>
        </p:txBody>
      </p:sp>
      <p:sp>
        <p:nvSpPr>
          <p:cNvPr id="4" name="TextBox 3">
            <a:extLst>
              <a:ext uri="{FF2B5EF4-FFF2-40B4-BE49-F238E27FC236}">
                <a16:creationId xmlns:a16="http://schemas.microsoft.com/office/drawing/2014/main" id="{0A28F805-CDD8-EAC7-97BF-E5C683BEBCA6}"/>
              </a:ext>
            </a:extLst>
          </p:cNvPr>
          <p:cNvSpPr txBox="1"/>
          <p:nvPr/>
        </p:nvSpPr>
        <p:spPr>
          <a:xfrm>
            <a:off x="628650" y="2586789"/>
            <a:ext cx="7886700" cy="3590174"/>
          </a:xfrm>
          <a:prstGeom prst="rect">
            <a:avLst/>
          </a:prstGeom>
        </p:spPr>
        <p:txBody>
          <a:bodyPr vert="horz" lIns="91440" tIns="45720" rIns="91440" bIns="45720" rtlCol="0">
            <a:normAutofit/>
          </a:bodyPr>
          <a:lstStyle/>
          <a:p>
            <a:pPr marL="342900" indent="-342900" algn="just">
              <a:lnSpc>
                <a:spcPct val="90000"/>
              </a:lnSpc>
              <a:spcAft>
                <a:spcPts val="600"/>
              </a:spcAft>
              <a:buFont typeface="Wingdings" pitchFamily="2" charset="2"/>
              <a:buChar char="Ø"/>
            </a:pPr>
            <a:r>
              <a:rPr lang="en-US" sz="1900" dirty="0">
                <a:latin typeface="Times New Roman" panose="02020603050405020304" pitchFamily="18" charset="0"/>
                <a:cs typeface="Times New Roman" panose="02020603050405020304" pitchFamily="18" charset="0"/>
              </a:rPr>
              <a:t>Today, digital learning has increased a lot, and e-books are becoming more popular because they are easy to access and affordable. But when we studied existing platforms, we found some major problems. Most platforms charge high commission, focus mainly on profit, and do not support new or student authors properly. Also, all types of book categories are not available on a single platform. So, we designed the E-Book Marketplace as a student-friendly and centralized platform. It allows authors to publish easily, earn fairly, and ensures content quality using review and AI-based checking.</a:t>
            </a:r>
          </a:p>
        </p:txBody>
      </p:sp>
    </p:spTree>
    <p:extLst>
      <p:ext uri="{BB962C8B-B14F-4D97-AF65-F5344CB8AC3E}">
        <p14:creationId xmlns:p14="http://schemas.microsoft.com/office/powerpoint/2010/main" val="14762890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794604" y="-1108988"/>
            <a:ext cx="5384871"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endParaRPr lang="en-US"/>
          </a:p>
        </p:txBody>
      </p:sp>
      <p:sp>
        <p:nvSpPr>
          <p:cNvPr id="2" name="Title 1"/>
          <p:cNvSpPr>
            <a:spLocks noGrp="1"/>
          </p:cNvSpPr>
          <p:nvPr>
            <p:ph type="title"/>
          </p:nvPr>
        </p:nvSpPr>
        <p:spPr>
          <a:xfrm>
            <a:off x="630934" y="673770"/>
            <a:ext cx="2876195" cy="2414488"/>
          </a:xfrm>
        </p:spPr>
        <p:txBody>
          <a:bodyPr anchor="t">
            <a:normAutofit/>
          </a:bodyPr>
          <a:lstStyle/>
          <a:p>
            <a:r>
              <a:rPr lang="en-IN" sz="4700" dirty="0">
                <a:solidFill>
                  <a:srgbClr val="FFFFFF"/>
                </a:solidFill>
                <a:latin typeface="Times New Roman" panose="02020603050405020304" pitchFamily="18" charset="0"/>
                <a:cs typeface="Times New Roman" panose="02020603050405020304" pitchFamily="18" charset="0"/>
              </a:rPr>
              <a:t>Objectives</a:t>
            </a:r>
          </a:p>
        </p:txBody>
      </p:sp>
      <p:sp>
        <p:nvSpPr>
          <p:cNvPr id="3" name="Content Placeholder 2"/>
          <p:cNvSpPr>
            <a:spLocks noGrp="1"/>
          </p:cNvSpPr>
          <p:nvPr>
            <p:ph idx="1"/>
          </p:nvPr>
        </p:nvSpPr>
        <p:spPr>
          <a:xfrm>
            <a:off x="4571999" y="882315"/>
            <a:ext cx="3941065" cy="5294647"/>
          </a:xfrm>
        </p:spPr>
        <p:txBody>
          <a:bodyPr>
            <a:normAutofit/>
          </a:bodyPr>
          <a:lstStyle/>
          <a:p>
            <a:endParaRPr lang="en-US" sz="1900"/>
          </a:p>
          <a:p>
            <a:pPr>
              <a:spcAft>
                <a:spcPts val="200"/>
              </a:spcAft>
              <a:buFont typeface="Wingdings" pitchFamily="2" charset="2"/>
              <a:buChar char="Ø"/>
              <a:defRPr sz="1400" b="1"/>
            </a:pPr>
            <a:r>
              <a:rPr lang="en-US" sz="1900">
                <a:latin typeface="Times New Roman" panose="02020603050405020304" pitchFamily="18" charset="0"/>
                <a:cs typeface="Times New Roman" panose="02020603050405020304" pitchFamily="18" charset="0"/>
              </a:rPr>
              <a:t> Create a high-quality e-book library</a:t>
            </a:r>
          </a:p>
          <a:p>
            <a:pPr marL="0" indent="0">
              <a:buNone/>
              <a:defRPr sz="1100">
                <a:solidFill>
                  <a:srgbClr val="505050"/>
                </a:solidFill>
              </a:defRPr>
            </a:pPr>
            <a:r>
              <a:rPr lang="en-US" sz="1900">
                <a:latin typeface="Times New Roman" panose="02020603050405020304" pitchFamily="18" charset="0"/>
                <a:cs typeface="Times New Roman" panose="02020603050405020304" pitchFamily="18" charset="0"/>
              </a:rPr>
              <a:t>    With multiple categories</a:t>
            </a:r>
          </a:p>
          <a:p>
            <a:pPr>
              <a:spcAft>
                <a:spcPts val="200"/>
              </a:spcAft>
              <a:buFont typeface="Wingdings" pitchFamily="2" charset="2"/>
              <a:buChar char="Ø"/>
              <a:defRPr sz="1400" b="1"/>
            </a:pPr>
            <a:r>
              <a:rPr lang="en-US" sz="1900">
                <a:latin typeface="Times New Roman" panose="02020603050405020304" pitchFamily="18" charset="0"/>
                <a:cs typeface="Times New Roman" panose="02020603050405020304" pitchFamily="18" charset="0"/>
              </a:rPr>
              <a:t> Empower students &amp; writers</a:t>
            </a:r>
          </a:p>
          <a:p>
            <a:pPr marL="0" indent="0">
              <a:buNone/>
              <a:defRPr sz="1100">
                <a:solidFill>
                  <a:srgbClr val="505050"/>
                </a:solidFill>
              </a:defRPr>
            </a:pPr>
            <a:r>
              <a:rPr lang="en-US" sz="1900">
                <a:latin typeface="Times New Roman" panose="02020603050405020304" pitchFamily="18" charset="0"/>
                <a:cs typeface="Times New Roman" panose="02020603050405020304" pitchFamily="18" charset="0"/>
              </a:rPr>
              <a:t>    Publish easily without high costs</a:t>
            </a:r>
          </a:p>
          <a:p>
            <a:pPr>
              <a:spcAft>
                <a:spcPts val="200"/>
              </a:spcAft>
              <a:buFont typeface="Wingdings" pitchFamily="2" charset="2"/>
              <a:buChar char="Ø"/>
              <a:defRPr sz="1400" b="1"/>
            </a:pPr>
            <a:r>
              <a:rPr lang="en-US" sz="1900">
                <a:latin typeface="Times New Roman" panose="02020603050405020304" pitchFamily="18" charset="0"/>
                <a:cs typeface="Times New Roman" panose="02020603050405020304" pitchFamily="18" charset="0"/>
              </a:rPr>
              <a:t> Ensure originality &amp; quality</a:t>
            </a:r>
          </a:p>
          <a:p>
            <a:pPr marL="0" indent="0">
              <a:buNone/>
              <a:defRPr sz="1100">
                <a:solidFill>
                  <a:srgbClr val="505050"/>
                </a:solidFill>
              </a:defRPr>
            </a:pPr>
            <a:r>
              <a:rPr lang="en-US" sz="1900">
                <a:latin typeface="Times New Roman" panose="02020603050405020304" pitchFamily="18" charset="0"/>
                <a:cs typeface="Times New Roman" panose="02020603050405020304" pitchFamily="18" charset="0"/>
              </a:rPr>
              <a:t>     With admin review and AI assistance</a:t>
            </a:r>
          </a:p>
          <a:p>
            <a:pPr>
              <a:spcAft>
                <a:spcPts val="200"/>
              </a:spcAft>
              <a:buFont typeface="Wingdings" pitchFamily="2" charset="2"/>
              <a:buChar char="Ø"/>
              <a:defRPr sz="1400" b="1"/>
            </a:pPr>
            <a:r>
              <a:rPr lang="en-US" sz="1900">
                <a:latin typeface="Times New Roman" panose="02020603050405020304" pitchFamily="18" charset="0"/>
                <a:cs typeface="Times New Roman" panose="02020603050405020304" pitchFamily="18" charset="0"/>
              </a:rPr>
              <a:t>Enable earning opportunities</a:t>
            </a:r>
          </a:p>
          <a:p>
            <a:pPr marL="0" indent="0">
              <a:buNone/>
              <a:defRPr sz="1100">
                <a:solidFill>
                  <a:srgbClr val="505050"/>
                </a:solidFill>
              </a:defRPr>
            </a:pPr>
            <a:r>
              <a:rPr lang="en-US" sz="1900">
                <a:latin typeface="Times New Roman" panose="02020603050405020304" pitchFamily="18" charset="0"/>
                <a:cs typeface="Times New Roman" panose="02020603050405020304" pitchFamily="18" charset="0"/>
              </a:rPr>
              <a:t>    Through a transparent commission System           </a:t>
            </a:r>
          </a:p>
          <a:p>
            <a:pPr>
              <a:spcAft>
                <a:spcPts val="200"/>
              </a:spcAft>
              <a:buFont typeface="Wingdings" pitchFamily="2" charset="2"/>
              <a:buChar char="Ø"/>
              <a:defRPr sz="1400" b="1"/>
            </a:pPr>
            <a:r>
              <a:rPr lang="en-US" sz="1900">
                <a:latin typeface="Times New Roman" panose="02020603050405020304" pitchFamily="18" charset="0"/>
                <a:cs typeface="Times New Roman" panose="02020603050405020304" pitchFamily="18" charset="0"/>
              </a:rPr>
              <a:t>Promote digital learning &amp; reading culture</a:t>
            </a:r>
          </a:p>
          <a:p>
            <a:pPr marL="0" indent="0">
              <a:buNone/>
              <a:defRPr sz="1100">
                <a:solidFill>
                  <a:srgbClr val="505050"/>
                </a:solidFill>
              </a:defRPr>
            </a:pPr>
            <a:r>
              <a:rPr lang="en-US" sz="1900">
                <a:latin typeface="Times New Roman" panose="02020603050405020304" pitchFamily="18" charset="0"/>
                <a:cs typeface="Times New Roman" panose="02020603050405020304" pitchFamily="18" charset="0"/>
              </a:rPr>
              <a:t>   Among students and general readers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29369" y="238539"/>
            <a:ext cx="8263890" cy="1434415"/>
          </a:xfrm>
        </p:spPr>
        <p:txBody>
          <a:bodyPr anchor="b">
            <a:normAutofit/>
          </a:bodyPr>
          <a:lstStyle/>
          <a:p>
            <a:r>
              <a:rPr lang="en-US" sz="4700" dirty="0">
                <a:latin typeface="Times New Roman" panose="02020603050405020304" pitchFamily="18" charset="0"/>
                <a:cs typeface="Times New Roman" panose="02020603050405020304" pitchFamily="18" charset="0"/>
              </a:rPr>
              <a:t>Problem Statement</a:t>
            </a:r>
          </a:p>
        </p:txBody>
      </p:sp>
      <p:sp>
        <p:nvSpPr>
          <p:cNvPr id="26"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9369" y="1681544"/>
            <a:ext cx="8229600" cy="18288"/>
          </a:xfrm>
          <a:custGeom>
            <a:avLst/>
            <a:gdLst>
              <a:gd name="connsiteX0" fmla="*/ 0 w 8229600"/>
              <a:gd name="connsiteY0" fmla="*/ 0 h 18288"/>
              <a:gd name="connsiteX1" fmla="*/ 521208 w 8229600"/>
              <a:gd name="connsiteY1" fmla="*/ 0 h 18288"/>
              <a:gd name="connsiteX2" fmla="*/ 1371600 w 8229600"/>
              <a:gd name="connsiteY2" fmla="*/ 0 h 18288"/>
              <a:gd name="connsiteX3" fmla="*/ 2221992 w 8229600"/>
              <a:gd name="connsiteY3" fmla="*/ 0 h 18288"/>
              <a:gd name="connsiteX4" fmla="*/ 3072384 w 8229600"/>
              <a:gd name="connsiteY4" fmla="*/ 0 h 18288"/>
              <a:gd name="connsiteX5" fmla="*/ 3511296 w 8229600"/>
              <a:gd name="connsiteY5" fmla="*/ 0 h 18288"/>
              <a:gd name="connsiteX6" fmla="*/ 4114800 w 8229600"/>
              <a:gd name="connsiteY6" fmla="*/ 0 h 18288"/>
              <a:gd name="connsiteX7" fmla="*/ 4553712 w 8229600"/>
              <a:gd name="connsiteY7" fmla="*/ 0 h 18288"/>
              <a:gd name="connsiteX8" fmla="*/ 5239512 w 8229600"/>
              <a:gd name="connsiteY8" fmla="*/ 0 h 18288"/>
              <a:gd name="connsiteX9" fmla="*/ 5843016 w 8229600"/>
              <a:gd name="connsiteY9" fmla="*/ 0 h 18288"/>
              <a:gd name="connsiteX10" fmla="*/ 6611112 w 8229600"/>
              <a:gd name="connsiteY10" fmla="*/ 0 h 18288"/>
              <a:gd name="connsiteX11" fmla="*/ 7461504 w 8229600"/>
              <a:gd name="connsiteY11" fmla="*/ 0 h 18288"/>
              <a:gd name="connsiteX12" fmla="*/ 8229600 w 8229600"/>
              <a:gd name="connsiteY12" fmla="*/ 0 h 18288"/>
              <a:gd name="connsiteX13" fmla="*/ 8229600 w 8229600"/>
              <a:gd name="connsiteY13" fmla="*/ 18288 h 18288"/>
              <a:gd name="connsiteX14" fmla="*/ 7461504 w 8229600"/>
              <a:gd name="connsiteY14" fmla="*/ 18288 h 18288"/>
              <a:gd name="connsiteX15" fmla="*/ 6940296 w 8229600"/>
              <a:gd name="connsiteY15" fmla="*/ 18288 h 18288"/>
              <a:gd name="connsiteX16" fmla="*/ 6419088 w 8229600"/>
              <a:gd name="connsiteY16" fmla="*/ 18288 h 18288"/>
              <a:gd name="connsiteX17" fmla="*/ 5650992 w 8229600"/>
              <a:gd name="connsiteY17" fmla="*/ 18288 h 18288"/>
              <a:gd name="connsiteX18" fmla="*/ 5129784 w 8229600"/>
              <a:gd name="connsiteY18" fmla="*/ 18288 h 18288"/>
              <a:gd name="connsiteX19" fmla="*/ 4690872 w 8229600"/>
              <a:gd name="connsiteY19" fmla="*/ 18288 h 18288"/>
              <a:gd name="connsiteX20" fmla="*/ 4087368 w 8229600"/>
              <a:gd name="connsiteY20" fmla="*/ 18288 h 18288"/>
              <a:gd name="connsiteX21" fmla="*/ 3401568 w 8229600"/>
              <a:gd name="connsiteY21" fmla="*/ 18288 h 18288"/>
              <a:gd name="connsiteX22" fmla="*/ 2798064 w 8229600"/>
              <a:gd name="connsiteY22" fmla="*/ 18288 h 18288"/>
              <a:gd name="connsiteX23" fmla="*/ 2276856 w 8229600"/>
              <a:gd name="connsiteY23" fmla="*/ 18288 h 18288"/>
              <a:gd name="connsiteX24" fmla="*/ 1426464 w 8229600"/>
              <a:gd name="connsiteY24" fmla="*/ 18288 h 18288"/>
              <a:gd name="connsiteX25" fmla="*/ 740664 w 8229600"/>
              <a:gd name="connsiteY25" fmla="*/ 18288 h 18288"/>
              <a:gd name="connsiteX26" fmla="*/ 0 w 8229600"/>
              <a:gd name="connsiteY26" fmla="*/ 18288 h 18288"/>
              <a:gd name="connsiteX27" fmla="*/ 0 w 8229600"/>
              <a:gd name="connsiteY2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229600" h="18288" fill="none" extrusionOk="0">
                <a:moveTo>
                  <a:pt x="0" y="0"/>
                </a:moveTo>
                <a:cubicBezTo>
                  <a:pt x="227594" y="-4267"/>
                  <a:pt x="329693" y="13251"/>
                  <a:pt x="521208" y="0"/>
                </a:cubicBezTo>
                <a:cubicBezTo>
                  <a:pt x="712723" y="-13251"/>
                  <a:pt x="1137373" y="-13618"/>
                  <a:pt x="1371600" y="0"/>
                </a:cubicBezTo>
                <a:cubicBezTo>
                  <a:pt x="1605827" y="13618"/>
                  <a:pt x="1975382" y="-27374"/>
                  <a:pt x="2221992" y="0"/>
                </a:cubicBezTo>
                <a:cubicBezTo>
                  <a:pt x="2468602" y="27374"/>
                  <a:pt x="2863316" y="-20517"/>
                  <a:pt x="3072384" y="0"/>
                </a:cubicBezTo>
                <a:cubicBezTo>
                  <a:pt x="3281452" y="20517"/>
                  <a:pt x="3331438" y="10793"/>
                  <a:pt x="3511296" y="0"/>
                </a:cubicBezTo>
                <a:cubicBezTo>
                  <a:pt x="3691154" y="-10793"/>
                  <a:pt x="3906405" y="-29737"/>
                  <a:pt x="4114800" y="0"/>
                </a:cubicBezTo>
                <a:cubicBezTo>
                  <a:pt x="4323195" y="29737"/>
                  <a:pt x="4428852" y="-2234"/>
                  <a:pt x="4553712" y="0"/>
                </a:cubicBezTo>
                <a:cubicBezTo>
                  <a:pt x="4678572" y="2234"/>
                  <a:pt x="5065629" y="29368"/>
                  <a:pt x="5239512" y="0"/>
                </a:cubicBezTo>
                <a:cubicBezTo>
                  <a:pt x="5413395" y="-29368"/>
                  <a:pt x="5703888" y="11839"/>
                  <a:pt x="5843016" y="0"/>
                </a:cubicBezTo>
                <a:cubicBezTo>
                  <a:pt x="5982144" y="-11839"/>
                  <a:pt x="6260765" y="24719"/>
                  <a:pt x="6611112" y="0"/>
                </a:cubicBezTo>
                <a:cubicBezTo>
                  <a:pt x="6961459" y="-24719"/>
                  <a:pt x="7228293" y="32959"/>
                  <a:pt x="7461504" y="0"/>
                </a:cubicBezTo>
                <a:cubicBezTo>
                  <a:pt x="7694715" y="-32959"/>
                  <a:pt x="7990029" y="-3422"/>
                  <a:pt x="8229600" y="0"/>
                </a:cubicBezTo>
                <a:cubicBezTo>
                  <a:pt x="8228940" y="5812"/>
                  <a:pt x="8229447" y="9773"/>
                  <a:pt x="8229600" y="18288"/>
                </a:cubicBezTo>
                <a:cubicBezTo>
                  <a:pt x="7940706" y="-9293"/>
                  <a:pt x="7792584" y="-16009"/>
                  <a:pt x="7461504" y="18288"/>
                </a:cubicBezTo>
                <a:cubicBezTo>
                  <a:pt x="7130424" y="52585"/>
                  <a:pt x="7080072" y="43845"/>
                  <a:pt x="6940296" y="18288"/>
                </a:cubicBezTo>
                <a:cubicBezTo>
                  <a:pt x="6800520" y="-7269"/>
                  <a:pt x="6672872" y="26671"/>
                  <a:pt x="6419088" y="18288"/>
                </a:cubicBezTo>
                <a:cubicBezTo>
                  <a:pt x="6165304" y="9905"/>
                  <a:pt x="5869721" y="4987"/>
                  <a:pt x="5650992" y="18288"/>
                </a:cubicBezTo>
                <a:cubicBezTo>
                  <a:pt x="5432263" y="31589"/>
                  <a:pt x="5308310" y="3023"/>
                  <a:pt x="5129784" y="18288"/>
                </a:cubicBezTo>
                <a:cubicBezTo>
                  <a:pt x="4951258" y="33553"/>
                  <a:pt x="4799696" y="15357"/>
                  <a:pt x="4690872" y="18288"/>
                </a:cubicBezTo>
                <a:cubicBezTo>
                  <a:pt x="4582048" y="21219"/>
                  <a:pt x="4311124" y="-7836"/>
                  <a:pt x="4087368" y="18288"/>
                </a:cubicBezTo>
                <a:cubicBezTo>
                  <a:pt x="3863612" y="44412"/>
                  <a:pt x="3730288" y="13374"/>
                  <a:pt x="3401568" y="18288"/>
                </a:cubicBezTo>
                <a:cubicBezTo>
                  <a:pt x="3072848" y="23202"/>
                  <a:pt x="3020684" y="32425"/>
                  <a:pt x="2798064" y="18288"/>
                </a:cubicBezTo>
                <a:cubicBezTo>
                  <a:pt x="2575444" y="4151"/>
                  <a:pt x="2440915" y="-7352"/>
                  <a:pt x="2276856" y="18288"/>
                </a:cubicBezTo>
                <a:cubicBezTo>
                  <a:pt x="2112797" y="43928"/>
                  <a:pt x="1726502" y="-9560"/>
                  <a:pt x="1426464" y="18288"/>
                </a:cubicBezTo>
                <a:cubicBezTo>
                  <a:pt x="1126426" y="46136"/>
                  <a:pt x="992925" y="21016"/>
                  <a:pt x="740664" y="18288"/>
                </a:cubicBezTo>
                <a:cubicBezTo>
                  <a:pt x="488403" y="15560"/>
                  <a:pt x="195650" y="-16061"/>
                  <a:pt x="0" y="18288"/>
                </a:cubicBezTo>
                <a:cubicBezTo>
                  <a:pt x="348" y="9455"/>
                  <a:pt x="654" y="3983"/>
                  <a:pt x="0" y="0"/>
                </a:cubicBezTo>
                <a:close/>
              </a:path>
              <a:path w="8229600" h="18288" stroke="0" extrusionOk="0">
                <a:moveTo>
                  <a:pt x="0" y="0"/>
                </a:moveTo>
                <a:cubicBezTo>
                  <a:pt x="259263" y="-9445"/>
                  <a:pt x="404731" y="4427"/>
                  <a:pt x="521208" y="0"/>
                </a:cubicBezTo>
                <a:cubicBezTo>
                  <a:pt x="637685" y="-4427"/>
                  <a:pt x="839187" y="564"/>
                  <a:pt x="960120" y="0"/>
                </a:cubicBezTo>
                <a:cubicBezTo>
                  <a:pt x="1081053" y="-564"/>
                  <a:pt x="1313469" y="-16481"/>
                  <a:pt x="1481328" y="0"/>
                </a:cubicBezTo>
                <a:cubicBezTo>
                  <a:pt x="1649187" y="16481"/>
                  <a:pt x="1885247" y="26161"/>
                  <a:pt x="2167128" y="0"/>
                </a:cubicBezTo>
                <a:cubicBezTo>
                  <a:pt x="2449009" y="-26161"/>
                  <a:pt x="2761875" y="-22202"/>
                  <a:pt x="2935224" y="0"/>
                </a:cubicBezTo>
                <a:cubicBezTo>
                  <a:pt x="3108573" y="22202"/>
                  <a:pt x="3540687" y="-2863"/>
                  <a:pt x="3785616" y="0"/>
                </a:cubicBezTo>
                <a:cubicBezTo>
                  <a:pt x="4030545" y="2863"/>
                  <a:pt x="4280774" y="-12442"/>
                  <a:pt x="4636008" y="0"/>
                </a:cubicBezTo>
                <a:cubicBezTo>
                  <a:pt x="4991242" y="12442"/>
                  <a:pt x="5025483" y="16914"/>
                  <a:pt x="5239512" y="0"/>
                </a:cubicBezTo>
                <a:cubicBezTo>
                  <a:pt x="5453541" y="-16914"/>
                  <a:pt x="5754008" y="16592"/>
                  <a:pt x="6007608" y="0"/>
                </a:cubicBezTo>
                <a:cubicBezTo>
                  <a:pt x="6261208" y="-16592"/>
                  <a:pt x="6407957" y="-11909"/>
                  <a:pt x="6693408" y="0"/>
                </a:cubicBezTo>
                <a:cubicBezTo>
                  <a:pt x="6978859" y="11909"/>
                  <a:pt x="7015437" y="-20890"/>
                  <a:pt x="7296912" y="0"/>
                </a:cubicBezTo>
                <a:cubicBezTo>
                  <a:pt x="7578387" y="20890"/>
                  <a:pt x="7859622" y="46406"/>
                  <a:pt x="8229600" y="0"/>
                </a:cubicBezTo>
                <a:cubicBezTo>
                  <a:pt x="8230508" y="6337"/>
                  <a:pt x="8228722" y="11778"/>
                  <a:pt x="8229600" y="18288"/>
                </a:cubicBezTo>
                <a:cubicBezTo>
                  <a:pt x="8075287" y="35054"/>
                  <a:pt x="7821366" y="21850"/>
                  <a:pt x="7626096" y="18288"/>
                </a:cubicBezTo>
                <a:cubicBezTo>
                  <a:pt x="7430826" y="14726"/>
                  <a:pt x="7320004" y="-9669"/>
                  <a:pt x="7022592" y="18288"/>
                </a:cubicBezTo>
                <a:cubicBezTo>
                  <a:pt x="6725180" y="46245"/>
                  <a:pt x="6348804" y="-14025"/>
                  <a:pt x="6172200" y="18288"/>
                </a:cubicBezTo>
                <a:cubicBezTo>
                  <a:pt x="5995596" y="50601"/>
                  <a:pt x="5788102" y="22890"/>
                  <a:pt x="5650992" y="18288"/>
                </a:cubicBezTo>
                <a:cubicBezTo>
                  <a:pt x="5513882" y="13686"/>
                  <a:pt x="5198399" y="29121"/>
                  <a:pt x="4882896" y="18288"/>
                </a:cubicBezTo>
                <a:cubicBezTo>
                  <a:pt x="4567393" y="7455"/>
                  <a:pt x="4557008" y="26965"/>
                  <a:pt x="4443984" y="18288"/>
                </a:cubicBezTo>
                <a:cubicBezTo>
                  <a:pt x="4330960" y="9611"/>
                  <a:pt x="4061674" y="28891"/>
                  <a:pt x="3758184" y="18288"/>
                </a:cubicBezTo>
                <a:cubicBezTo>
                  <a:pt x="3454694" y="7685"/>
                  <a:pt x="3380392" y="19119"/>
                  <a:pt x="3236976" y="18288"/>
                </a:cubicBezTo>
                <a:cubicBezTo>
                  <a:pt x="3093560" y="17457"/>
                  <a:pt x="2632116" y="37607"/>
                  <a:pt x="2386584" y="18288"/>
                </a:cubicBezTo>
                <a:cubicBezTo>
                  <a:pt x="2141052" y="-1031"/>
                  <a:pt x="2110884" y="28777"/>
                  <a:pt x="1947672" y="18288"/>
                </a:cubicBezTo>
                <a:cubicBezTo>
                  <a:pt x="1784460" y="7799"/>
                  <a:pt x="1535467" y="461"/>
                  <a:pt x="1261872" y="18288"/>
                </a:cubicBezTo>
                <a:cubicBezTo>
                  <a:pt x="988277" y="36115"/>
                  <a:pt x="1021096" y="10375"/>
                  <a:pt x="822960" y="18288"/>
                </a:cubicBezTo>
                <a:cubicBezTo>
                  <a:pt x="624824" y="26201"/>
                  <a:pt x="298309" y="1283"/>
                  <a:pt x="0" y="18288"/>
                </a:cubicBezTo>
                <a:cubicBezTo>
                  <a:pt x="-633" y="12278"/>
                  <a:pt x="-757" y="5867"/>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2"/>
          <p:cNvSpPr>
            <a:spLocks noGrp="1"/>
          </p:cNvSpPr>
          <p:nvPr>
            <p:ph idx="1"/>
          </p:nvPr>
        </p:nvSpPr>
        <p:spPr>
          <a:xfrm>
            <a:off x="429369" y="2071316"/>
            <a:ext cx="5327374" cy="4458576"/>
          </a:xfrm>
        </p:spPr>
        <p:txBody>
          <a:bodyPr anchor="t">
            <a:normAutofit lnSpcReduction="10000"/>
          </a:bodyPr>
          <a:lstStyle/>
          <a:p>
            <a:pPr>
              <a:spcAft>
                <a:spcPts val="200"/>
              </a:spcAft>
              <a:buFont typeface="Wingdings" pitchFamily="2" charset="2"/>
              <a:buChar char="Ø"/>
              <a:defRPr sz="1400" b="1"/>
            </a:pPr>
            <a:r>
              <a:rPr lang="en-US" sz="1900" dirty="0">
                <a:latin typeface="Times New Roman" panose="02020603050405020304" pitchFamily="18" charset="0"/>
                <a:cs typeface="Times New Roman" panose="02020603050405020304" pitchFamily="18" charset="0"/>
              </a:rPr>
              <a:t> No single platform :</a:t>
            </a:r>
          </a:p>
          <a:p>
            <a:pPr marL="0" indent="0">
              <a:buNone/>
              <a:defRPr sz="1100">
                <a:solidFill>
                  <a:srgbClr val="505050"/>
                </a:solidFill>
              </a:defRPr>
            </a:pPr>
            <a:r>
              <a:rPr lang="en-US" sz="1900" dirty="0">
                <a:latin typeface="Times New Roman" panose="02020603050405020304" pitchFamily="18" charset="0"/>
                <a:cs typeface="Times New Roman" panose="02020603050405020304" pitchFamily="18" charset="0"/>
              </a:rPr>
              <a:t>Provides both quality e-books and income      opportunities for students</a:t>
            </a:r>
          </a:p>
          <a:p>
            <a:pPr>
              <a:spcAft>
                <a:spcPts val="200"/>
              </a:spcAft>
              <a:buFont typeface="Wingdings" pitchFamily="2" charset="2"/>
              <a:buChar char="Ø"/>
              <a:defRPr sz="1400" b="1"/>
            </a:pPr>
            <a:r>
              <a:rPr lang="en-US" sz="1900" dirty="0">
                <a:latin typeface="Times New Roman" panose="02020603050405020304" pitchFamily="18" charset="0"/>
                <a:cs typeface="Times New Roman" panose="02020603050405020304" pitchFamily="18" charset="0"/>
              </a:rPr>
              <a:t> Publishing barriers :</a:t>
            </a:r>
          </a:p>
          <a:p>
            <a:pPr marL="0" indent="0">
              <a:buNone/>
              <a:defRPr sz="1100">
                <a:solidFill>
                  <a:srgbClr val="505050"/>
                </a:solidFill>
              </a:defRPr>
            </a:pPr>
            <a:r>
              <a:rPr lang="en-US" sz="1900" dirty="0">
                <a:latin typeface="Times New Roman" panose="02020603050405020304" pitchFamily="18" charset="0"/>
                <a:cs typeface="Times New Roman" panose="02020603050405020304" pitchFamily="18" charset="0"/>
              </a:rPr>
              <a:t> Many students and new authors lack resources to publish books online</a:t>
            </a:r>
          </a:p>
          <a:p>
            <a:pPr>
              <a:spcAft>
                <a:spcPts val="200"/>
              </a:spcAft>
              <a:buFont typeface="Wingdings" pitchFamily="2" charset="2"/>
              <a:buChar char="Ø"/>
              <a:defRPr sz="1400" b="1"/>
            </a:pPr>
            <a:r>
              <a:rPr lang="en-US" sz="1900" dirty="0">
                <a:latin typeface="Times New Roman" panose="02020603050405020304" pitchFamily="18" charset="0"/>
                <a:cs typeface="Times New Roman" panose="02020603050405020304" pitchFamily="18" charset="0"/>
              </a:rPr>
              <a:t> Low-income potential :</a:t>
            </a:r>
          </a:p>
          <a:p>
            <a:pPr marL="0" indent="0">
              <a:buNone/>
              <a:defRPr sz="1100">
                <a:solidFill>
                  <a:srgbClr val="505050"/>
                </a:solidFill>
              </a:defRPr>
            </a:pPr>
            <a:r>
              <a:rPr lang="en-US" sz="1900" dirty="0">
                <a:latin typeface="Times New Roman" panose="02020603050405020304" pitchFamily="18" charset="0"/>
                <a:cs typeface="Times New Roman" panose="02020603050405020304" pitchFamily="18" charset="0"/>
              </a:rPr>
              <a:t>Traditional e-book sites don’t give fair earnings to small creators</a:t>
            </a:r>
          </a:p>
          <a:p>
            <a:pPr>
              <a:spcAft>
                <a:spcPts val="200"/>
              </a:spcAft>
              <a:buFont typeface="Wingdings" pitchFamily="2" charset="2"/>
              <a:buChar char="Ø"/>
              <a:defRPr sz="1400" b="1"/>
            </a:pPr>
            <a:r>
              <a:rPr lang="en-US" sz="1900" dirty="0">
                <a:latin typeface="Times New Roman" panose="02020603050405020304" pitchFamily="18" charset="0"/>
                <a:cs typeface="Times New Roman" panose="02020603050405020304" pitchFamily="18" charset="0"/>
              </a:rPr>
              <a:t> Quality concerns :</a:t>
            </a:r>
          </a:p>
          <a:p>
            <a:pPr marL="0" indent="0">
              <a:spcAft>
                <a:spcPts val="200"/>
              </a:spcAft>
              <a:buNone/>
              <a:defRPr sz="1400" b="1"/>
            </a:pPr>
            <a:r>
              <a:rPr lang="en-US" sz="1900" dirty="0">
                <a:latin typeface="Times New Roman" panose="02020603050405020304" pitchFamily="18" charset="0"/>
                <a:cs typeface="Times New Roman" panose="02020603050405020304" pitchFamily="18" charset="0"/>
              </a:rPr>
              <a:t>Many self-published e-books lack review &amp; editing before release</a:t>
            </a:r>
          </a:p>
          <a:p>
            <a:pPr>
              <a:spcAft>
                <a:spcPts val="200"/>
              </a:spcAft>
              <a:buFont typeface="Wingdings" pitchFamily="2" charset="2"/>
              <a:buChar char="Ø"/>
              <a:defRPr sz="1400" b="1"/>
            </a:pPr>
            <a:endParaRPr lang="en-US" sz="1900" dirty="0">
              <a:latin typeface="Times New Roman" panose="02020603050405020304" pitchFamily="18" charset="0"/>
              <a:cs typeface="Times New Roman" panose="02020603050405020304" pitchFamily="18" charset="0"/>
            </a:endParaRPr>
          </a:p>
          <a:p>
            <a:pPr marL="0" indent="0">
              <a:spcAft>
                <a:spcPts val="200"/>
              </a:spcAft>
              <a:buNone/>
              <a:defRPr sz="1400" b="1"/>
            </a:pPr>
            <a:r>
              <a:rPr lang="en-US" sz="1900" dirty="0">
                <a:latin typeface="Times New Roman" panose="02020603050405020304" pitchFamily="18" charset="0"/>
                <a:cs typeface="Times New Roman" panose="02020603050405020304" pitchFamily="18" charset="0"/>
              </a:rPr>
              <a:t> </a:t>
            </a:r>
            <a:endParaRPr lang="en-US" sz="1900" dirty="0"/>
          </a:p>
        </p:txBody>
      </p:sp>
      <p:pic>
        <p:nvPicPr>
          <p:cNvPr id="5" name="Picture 4" descr="Person using laptop">
            <a:extLst>
              <a:ext uri="{FF2B5EF4-FFF2-40B4-BE49-F238E27FC236}">
                <a16:creationId xmlns:a16="http://schemas.microsoft.com/office/drawing/2014/main" id="{2C9F5A01-5DB8-558A-D479-54333CF0FC3B}"/>
              </a:ext>
            </a:extLst>
          </p:cNvPr>
          <p:cNvPicPr>
            <a:picLocks noChangeAspect="1"/>
          </p:cNvPicPr>
          <p:nvPr/>
        </p:nvPicPr>
        <p:blipFill>
          <a:blip r:embed="rId2"/>
          <a:srcRect l="23090" r="28748" b="2"/>
          <a:stretch>
            <a:fillRect/>
          </a:stretch>
        </p:blipFill>
        <p:spPr>
          <a:xfrm>
            <a:off x="5756743" y="2093976"/>
            <a:ext cx="2955798" cy="409651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92291A1-9966-B5DB-ED20-480A6F8235BF}"/>
            </a:ext>
          </a:extLst>
        </p:cNvPr>
        <p:cNvGrpSpPr/>
        <p:nvPr/>
      </p:nvGrpSpPr>
      <p:grpSpPr>
        <a:xfrm>
          <a:off x="0" y="0"/>
          <a:ext cx="0" cy="0"/>
          <a:chOff x="0" y="0"/>
          <a:chExt cx="0" cy="0"/>
        </a:xfrm>
      </p:grpSpPr>
      <p:sp useBgFill="1">
        <p:nvSpPr>
          <p:cNvPr id="61" name="Rectangle 60">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2944D1-7967-BB72-F6D3-15D73A6CB1DB}"/>
              </a:ext>
            </a:extLst>
          </p:cNvPr>
          <p:cNvSpPr>
            <a:spLocks noGrp="1"/>
          </p:cNvSpPr>
          <p:nvPr>
            <p:ph type="title"/>
          </p:nvPr>
        </p:nvSpPr>
        <p:spPr>
          <a:xfrm>
            <a:off x="628650" y="365125"/>
            <a:ext cx="7886700" cy="1325563"/>
          </a:xfrm>
        </p:spPr>
        <p:txBody>
          <a:bodyPr vert="horz" lIns="91440" tIns="45720" rIns="91440" bIns="45720" rtlCol="0" anchor="ctr">
            <a:normAutofit/>
          </a:bodyPr>
          <a:lstStyle/>
          <a:p>
            <a:pPr defTabSz="914400"/>
            <a:r>
              <a:rPr lang="en-US" sz="4700" b="1" kern="1200" dirty="0">
                <a:solidFill>
                  <a:schemeClr val="tx1"/>
                </a:solidFill>
                <a:latin typeface="Times New Roman" panose="02020603050405020304" pitchFamily="18" charset="0"/>
                <a:cs typeface="Times New Roman" panose="02020603050405020304" pitchFamily="18" charset="0"/>
              </a:rPr>
              <a:t>Proposed</a:t>
            </a:r>
            <a:r>
              <a:rPr lang="en-US" sz="4700" kern="1200" dirty="0">
                <a:solidFill>
                  <a:schemeClr val="tx1"/>
                </a:solidFill>
                <a:latin typeface="Times New Roman" panose="02020603050405020304" pitchFamily="18" charset="0"/>
                <a:cs typeface="Times New Roman" panose="02020603050405020304" pitchFamily="18" charset="0"/>
              </a:rPr>
              <a:t> </a:t>
            </a:r>
            <a:r>
              <a:rPr lang="en-US" sz="4700" b="1" kern="1200" dirty="0">
                <a:solidFill>
                  <a:schemeClr val="tx1"/>
                </a:solidFill>
                <a:latin typeface="Times New Roman" panose="02020603050405020304" pitchFamily="18" charset="0"/>
                <a:cs typeface="Times New Roman" panose="02020603050405020304" pitchFamily="18" charset="0"/>
              </a:rPr>
              <a:t>Methodology</a:t>
            </a:r>
          </a:p>
        </p:txBody>
      </p:sp>
      <p:sp>
        <p:nvSpPr>
          <p:cNvPr id="63"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BCAB02B8-CB37-A6F3-5AFC-EFB5A571B696}"/>
              </a:ext>
            </a:extLst>
          </p:cNvPr>
          <p:cNvSpPr txBox="1"/>
          <p:nvPr/>
        </p:nvSpPr>
        <p:spPr>
          <a:xfrm>
            <a:off x="628650" y="1929384"/>
            <a:ext cx="7886700" cy="4727448"/>
          </a:xfrm>
          <a:prstGeom prst="rect">
            <a:avLst/>
          </a:prstGeom>
        </p:spPr>
        <p:txBody>
          <a:bodyPr vert="horz" lIns="91440" tIns="45720" rIns="91440" bIns="45720" rtlCol="0">
            <a:noAutofit/>
          </a:bodyPr>
          <a:lstStyle/>
          <a:p>
            <a:pPr marL="57150" indent="-285750">
              <a:lnSpc>
                <a:spcPct val="90000"/>
              </a:lnSpc>
              <a:spcAft>
                <a:spcPts val="600"/>
              </a:spcAft>
              <a:buFont typeface="Wingdings" pitchFamily="2" charset="2"/>
              <a:buChar char="Ø"/>
            </a:pPr>
            <a:r>
              <a:rPr lang="en-US" b="1" dirty="0">
                <a:latin typeface="Times New Roman" panose="02020603050405020304" pitchFamily="18" charset="0"/>
                <a:cs typeface="Times New Roman" panose="02020603050405020304" pitchFamily="18" charset="0"/>
              </a:rPr>
              <a:t>The system is developed using a structured Software Development Life Cycle (SDLC) approach.</a:t>
            </a:r>
          </a:p>
          <a:p>
            <a:pPr indent="-228600">
              <a:lnSpc>
                <a:spcPct val="90000"/>
              </a:lnSpc>
              <a:spcAft>
                <a:spcPts val="600"/>
              </a:spcAf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nSpc>
                <a:spcPct val="90000"/>
              </a:lnSpc>
              <a:spcAft>
                <a:spcPts val="600"/>
              </a:spcAft>
              <a:buFont typeface="Wingdings" pitchFamily="2" charset="2"/>
              <a:buChar char="Ø"/>
            </a:pPr>
            <a:r>
              <a:rPr lang="en-US" sz="1600" b="1" dirty="0">
                <a:latin typeface="Times New Roman" panose="02020603050405020304" pitchFamily="18" charset="0"/>
                <a:cs typeface="Times New Roman" panose="02020603050405020304" pitchFamily="18" charset="0"/>
              </a:rPr>
              <a:t>Development Phases:</a:t>
            </a:r>
          </a:p>
          <a:p>
            <a:pPr indent="-228600">
              <a:lnSpc>
                <a:spcPct val="90000"/>
              </a:lnSpc>
              <a:spcAft>
                <a:spcPts val="600"/>
              </a:spcAf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114300" indent="-285750">
              <a:lnSpc>
                <a:spcPct val="90000"/>
              </a:lnSpc>
              <a:spcAft>
                <a:spcPts val="600"/>
              </a:spcAft>
              <a:buFont typeface="Wingdings" pitchFamily="2" charset="2"/>
              <a:buChar char="v"/>
            </a:pPr>
            <a:r>
              <a:rPr lang="en-US" sz="1600" dirty="0">
                <a:latin typeface="Times New Roman" panose="02020603050405020304" pitchFamily="18" charset="0"/>
                <a:cs typeface="Times New Roman" panose="02020603050405020304" pitchFamily="18" charset="0"/>
              </a:rPr>
              <a:t> Requirement Analysis – Identify Admin, Author &amp; Reader roles</a:t>
            </a:r>
          </a:p>
          <a:p>
            <a:pPr marL="114300" indent="-285750">
              <a:lnSpc>
                <a:spcPct val="90000"/>
              </a:lnSpc>
              <a:spcAft>
                <a:spcPts val="600"/>
              </a:spcAft>
              <a:buFont typeface="Wingdings" pitchFamily="2" charset="2"/>
              <a:buChar char="v"/>
            </a:pPr>
            <a:r>
              <a:rPr lang="en-US" sz="1600" dirty="0">
                <a:latin typeface="Times New Roman" panose="02020603050405020304" pitchFamily="18" charset="0"/>
                <a:cs typeface="Times New Roman" panose="02020603050405020304" pitchFamily="18" charset="0"/>
              </a:rPr>
              <a:t> System Design – Architecture &amp; Database design</a:t>
            </a:r>
          </a:p>
          <a:p>
            <a:pPr marL="114300" indent="-285750">
              <a:lnSpc>
                <a:spcPct val="90000"/>
              </a:lnSpc>
              <a:spcAft>
                <a:spcPts val="600"/>
              </a:spcAft>
              <a:buFont typeface="Wingdings" pitchFamily="2" charset="2"/>
              <a:buChar char="v"/>
            </a:pPr>
            <a:r>
              <a:rPr lang="en-US" sz="1600" dirty="0">
                <a:latin typeface="Times New Roman" panose="02020603050405020304" pitchFamily="18" charset="0"/>
                <a:cs typeface="Times New Roman" panose="02020603050405020304" pitchFamily="18" charset="0"/>
              </a:rPr>
              <a:t> Implementation – Frontend, Backend &amp; API integration</a:t>
            </a:r>
          </a:p>
          <a:p>
            <a:pPr marL="114300" indent="-285750">
              <a:lnSpc>
                <a:spcPct val="90000"/>
              </a:lnSpc>
              <a:spcAft>
                <a:spcPts val="600"/>
              </a:spcAft>
              <a:buFont typeface="Wingdings" pitchFamily="2" charset="2"/>
              <a:buChar char="v"/>
            </a:pPr>
            <a:r>
              <a:rPr lang="en-US" sz="1600" dirty="0">
                <a:latin typeface="Times New Roman" panose="02020603050405020304" pitchFamily="18" charset="0"/>
                <a:cs typeface="Times New Roman" panose="02020603050405020304" pitchFamily="18" charset="0"/>
              </a:rPr>
              <a:t> Testing – Unit &amp; System testing</a:t>
            </a:r>
          </a:p>
          <a:p>
            <a:pPr marL="114300" indent="-285750">
              <a:lnSpc>
                <a:spcPct val="90000"/>
              </a:lnSpc>
              <a:spcAft>
                <a:spcPts val="600"/>
              </a:spcAft>
              <a:buFont typeface="Wingdings" pitchFamily="2" charset="2"/>
              <a:buChar char="v"/>
            </a:pPr>
            <a:r>
              <a:rPr lang="en-US" sz="1600" dirty="0">
                <a:latin typeface="Times New Roman" panose="02020603050405020304" pitchFamily="18" charset="0"/>
                <a:cs typeface="Times New Roman" panose="02020603050405020304" pitchFamily="18" charset="0"/>
              </a:rPr>
              <a:t> Deployment &amp; Maintenance – Hosting &amp; Performance monitoring</a:t>
            </a:r>
          </a:p>
          <a:p>
            <a:pPr marL="57150" indent="-285750">
              <a:lnSpc>
                <a:spcPct val="90000"/>
              </a:lnSpc>
              <a:spcAft>
                <a:spcPts val="600"/>
              </a:spcAft>
              <a:buFont typeface="Wingdings" pitchFamily="2" charset="2"/>
              <a:buChar char="v"/>
            </a:pPr>
            <a:r>
              <a:rPr lang="en-US" sz="1600" dirty="0">
                <a:latin typeface="Times New Roman" panose="02020603050405020304" pitchFamily="18" charset="0"/>
                <a:cs typeface="Times New Roman" panose="02020603050405020304" pitchFamily="18" charset="0"/>
              </a:rPr>
              <a:t> Presentation Layer (Frontend)</a:t>
            </a:r>
          </a:p>
          <a:p>
            <a:pPr marL="57150" indent="-285750">
              <a:lnSpc>
                <a:spcPct val="90000"/>
              </a:lnSpc>
              <a:spcAft>
                <a:spcPts val="600"/>
              </a:spcAft>
              <a:buFont typeface="Wingdings" pitchFamily="2" charset="2"/>
              <a:buChar char="v"/>
            </a:pPr>
            <a:r>
              <a:rPr lang="en-US" sz="1600" dirty="0">
                <a:latin typeface="Times New Roman" panose="02020603050405020304" pitchFamily="18" charset="0"/>
                <a:cs typeface="Times New Roman" panose="02020603050405020304" pitchFamily="18" charset="0"/>
              </a:rPr>
              <a:t> Application Layer (Backend)</a:t>
            </a:r>
          </a:p>
          <a:p>
            <a:pPr marL="57150" indent="-285750">
              <a:lnSpc>
                <a:spcPct val="90000"/>
              </a:lnSpc>
              <a:spcAft>
                <a:spcPts val="600"/>
              </a:spcAft>
              <a:buFont typeface="Wingdings" pitchFamily="2" charset="2"/>
              <a:buChar char="v"/>
            </a:pPr>
            <a:r>
              <a:rPr lang="en-US" sz="1600" dirty="0">
                <a:latin typeface="Times New Roman" panose="02020603050405020304" pitchFamily="18" charset="0"/>
                <a:cs typeface="Times New Roman" panose="02020603050405020304" pitchFamily="18" charset="0"/>
              </a:rPr>
              <a:t> Data Layer (Database &amp; Cloud Storage)</a:t>
            </a:r>
          </a:p>
        </p:txBody>
      </p:sp>
    </p:spTree>
    <p:extLst>
      <p:ext uri="{BB962C8B-B14F-4D97-AF65-F5344CB8AC3E}">
        <p14:creationId xmlns:p14="http://schemas.microsoft.com/office/powerpoint/2010/main" val="25931849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62114" y="0"/>
            <a:ext cx="3072908"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486646" y="-3486043"/>
            <a:ext cx="2170709" cy="9144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37673" y="348865"/>
            <a:ext cx="7288583" cy="1576446"/>
          </a:xfrm>
        </p:spPr>
        <p:txBody>
          <a:bodyPr vert="horz" lIns="91440" tIns="45720" rIns="91440" bIns="45720" rtlCol="0" anchor="ctr">
            <a:normAutofit/>
          </a:bodyPr>
          <a:lstStyle/>
          <a:p>
            <a:pPr defTabSz="914400"/>
            <a:r>
              <a:rPr lang="en-US" sz="3500" kern="1200">
                <a:solidFill>
                  <a:srgbClr val="FFFFFF"/>
                </a:solidFill>
                <a:latin typeface="+mj-lt"/>
                <a:ea typeface="+mj-ea"/>
                <a:cs typeface="+mj-cs"/>
              </a:rPr>
              <a:t>How We Are Doing It (Tools &amp; </a:t>
            </a:r>
            <a:r>
              <a:rPr lang="en-US" sz="3500">
                <a:solidFill>
                  <a:srgbClr val="FFFFFF"/>
                </a:solidFill>
              </a:rPr>
              <a:t>T</a:t>
            </a:r>
            <a:r>
              <a:rPr lang="en-US" sz="3500" kern="1200">
                <a:solidFill>
                  <a:srgbClr val="FFFFFF"/>
                </a:solidFill>
                <a:latin typeface="+mj-lt"/>
                <a:ea typeface="+mj-ea"/>
                <a:cs typeface="+mj-cs"/>
              </a:rPr>
              <a:t>echnologies)</a:t>
            </a:r>
          </a:p>
        </p:txBody>
      </p:sp>
      <p:graphicFrame>
        <p:nvGraphicFramePr>
          <p:cNvPr id="10" name="Content Placeholder 2">
            <a:extLst>
              <a:ext uri="{FF2B5EF4-FFF2-40B4-BE49-F238E27FC236}">
                <a16:creationId xmlns:a16="http://schemas.microsoft.com/office/drawing/2014/main" id="{DCC57D40-C2FF-4045-F161-5296C07765FF}"/>
              </a:ext>
            </a:extLst>
          </p:cNvPr>
          <p:cNvGraphicFramePr/>
          <p:nvPr>
            <p:extLst>
              <p:ext uri="{D42A27DB-BD31-4B8C-83A1-F6EECF244321}">
                <p14:modId xmlns:p14="http://schemas.microsoft.com/office/powerpoint/2010/main" val="3382109754"/>
              </p:ext>
            </p:extLst>
          </p:nvPr>
        </p:nvGraphicFramePr>
        <p:xfrm>
          <a:off x="483042" y="2615979"/>
          <a:ext cx="8195871"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49706" y="679731"/>
            <a:ext cx="3128996" cy="3736540"/>
          </a:xfrm>
        </p:spPr>
        <p:txBody>
          <a:bodyPr vert="horz" lIns="91440" tIns="45720" rIns="91440" bIns="45720" rtlCol="0" anchor="b">
            <a:normAutofit/>
          </a:bodyPr>
          <a:lstStyle/>
          <a:p>
            <a:pPr defTabSz="914400"/>
            <a:r>
              <a:rPr lang="en-US" sz="5600" kern="1200">
                <a:solidFill>
                  <a:schemeClr val="tx1"/>
                </a:solidFill>
                <a:latin typeface="+mj-lt"/>
                <a:ea typeface="+mj-ea"/>
                <a:cs typeface="+mj-cs"/>
              </a:rPr>
              <a:t>Expected Outcomes</a:t>
            </a:r>
          </a:p>
        </p:txBody>
      </p:sp>
      <p:grpSp>
        <p:nvGrpSpPr>
          <p:cNvPr id="33" name="Group 32">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062324" y="1"/>
            <a:ext cx="1834788" cy="5777808"/>
            <a:chOff x="329184" y="1"/>
            <a:chExt cx="524256" cy="5777808"/>
          </a:xfrm>
        </p:grpSpPr>
        <p:cxnSp>
          <p:nvCxnSpPr>
            <p:cNvPr id="34" name="Straight Connector 33">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Rectangle 26">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9948" y="269324"/>
            <a:ext cx="4587584"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mobile device&#10;&#10;AI-generated content may be incorrect.">
            <a:extLst>
              <a:ext uri="{FF2B5EF4-FFF2-40B4-BE49-F238E27FC236}">
                <a16:creationId xmlns:a16="http://schemas.microsoft.com/office/drawing/2014/main" id="{8807E7F3-CEEE-4C68-9073-7527A67D5045}"/>
              </a:ext>
            </a:extLst>
          </p:cNvPr>
          <p:cNvPicPr>
            <a:picLocks noChangeAspect="1"/>
          </p:cNvPicPr>
          <p:nvPr/>
        </p:nvPicPr>
        <p:blipFill>
          <a:blip r:embed="rId2"/>
          <a:stretch>
            <a:fillRect/>
          </a:stretch>
        </p:blipFill>
        <p:spPr>
          <a:xfrm>
            <a:off x="4453826" y="557360"/>
            <a:ext cx="3759828" cy="563270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9360" y="1382486"/>
            <a:ext cx="2660686" cy="4093028"/>
          </a:xfrm>
        </p:spPr>
        <p:txBody>
          <a:bodyPr anchor="ctr">
            <a:normAutofit/>
          </a:bodyPr>
          <a:lstStyle/>
          <a:p>
            <a:r>
              <a:rPr lang="en-US" sz="3800" dirty="0">
                <a:solidFill>
                  <a:schemeClr val="accent1">
                    <a:lumMod val="75000"/>
                  </a:schemeClr>
                </a:solidFill>
              </a:rPr>
              <a:t>Conclusion</a:t>
            </a:r>
          </a:p>
        </p:txBody>
      </p:sp>
      <p:graphicFrame>
        <p:nvGraphicFramePr>
          <p:cNvPr id="22" name="Content Placeholder 2">
            <a:extLst>
              <a:ext uri="{FF2B5EF4-FFF2-40B4-BE49-F238E27FC236}">
                <a16:creationId xmlns:a16="http://schemas.microsoft.com/office/drawing/2014/main" id="{6058AC95-6B86-D200-00F8-5717FA1D5583}"/>
              </a:ext>
            </a:extLst>
          </p:cNvPr>
          <p:cNvGraphicFramePr>
            <a:graphicFrameLocks noGrp="1"/>
          </p:cNvGraphicFramePr>
          <p:nvPr>
            <p:ph idx="1"/>
          </p:nvPr>
        </p:nvGraphicFramePr>
        <p:xfrm>
          <a:off x="3822287" y="1818458"/>
          <a:ext cx="5019610" cy="37259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415</TotalTime>
  <Words>472</Words>
  <Application>Microsoft Office PowerPoint</Application>
  <PresentationFormat>On-screen Show (4:3)</PresentationFormat>
  <Paragraphs>85</Paragraphs>
  <Slides>9</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Aptos</vt:lpstr>
      <vt:lpstr>Arial</vt:lpstr>
      <vt:lpstr>Calibri</vt:lpstr>
      <vt:lpstr>Calibri Light</vt:lpstr>
      <vt:lpstr>Inter</vt:lpstr>
      <vt:lpstr>Times New Roman</vt:lpstr>
      <vt:lpstr>Wingdings</vt:lpstr>
      <vt:lpstr>Office Theme</vt:lpstr>
      <vt:lpstr>PowerPoint Presentation</vt:lpstr>
      <vt:lpstr>Content </vt:lpstr>
      <vt:lpstr>PowerPoint Presentation</vt:lpstr>
      <vt:lpstr>Objectives</vt:lpstr>
      <vt:lpstr>Problem Statement</vt:lpstr>
      <vt:lpstr>Proposed Methodology</vt:lpstr>
      <vt:lpstr>How We Are Doing It (Tools &amp; Technologies)</vt:lpstr>
      <vt:lpstr>Expected Outcomes</vt:lpstr>
      <vt:lpstr>Conclusion</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dc:description>generated using python-pptx</dc:description>
  <cp:lastModifiedBy>Silb 1</cp:lastModifiedBy>
  <cp:revision>25</cp:revision>
  <dcterms:created xsi:type="dcterms:W3CDTF">2013-01-27T09:14:16Z</dcterms:created>
  <dcterms:modified xsi:type="dcterms:W3CDTF">2026-02-19T09:33:11Z</dcterms:modified>
</cp:coreProperties>
</file>